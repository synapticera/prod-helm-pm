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1A9DB"/>
                </a:solidFill>
              </a:defRPr>
            </a:pPr>
            <a:r>
              <a:t>McKinsey Insight: AI Deployment vs. Impact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1A9DB"/>
                </a:solidFill>
              </a:defRPr>
            </a:pPr>
            <a:r>
              <a:t>88%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Enterprise AI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B4100"/>
                </a:solidFill>
              </a:defRPr>
            </a:pPr>
            <a:r>
              <a:t>39%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Seeing Measurable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464"/>
                </a:solidFill>
              </a:defRPr>
            </a:pPr>
            <a:r>
              <a:t>-49 pts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The Business Impact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097280"/>
            <a:ext cx="5029200" cy="2926080"/>
          </a:xfrm>
          <a:prstGeom prst="rect">
            <a:avLst/>
          </a:prstGeom>
          <a:solidFill>
            <a:srgbClr val="1E3C5A"/>
          </a:solidFill>
          <a:ln w="25400">
            <a:solidFill>
              <a:srgbClr val="01A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defRPr sz="1400" b="1">
                <a:solidFill>
                  <a:srgbClr val="01A9DB"/>
                </a:solidFill>
              </a:defRPr>
            </a:pPr>
            <a:r>
              <a:t>The Root Cause:</a:t>
            </a:r>
          </a:p>
          <a:p>
            <a:pPr>
              <a:spcBef>
                <a:spcPts val="600"/>
              </a:spcBef>
              <a:defRPr sz="2400" b="1">
                <a:solidFill>
                  <a:srgbClr val="FB4100"/>
                </a:solidFill>
              </a:defRPr>
            </a:pPr>
            <a:r>
              <a:t>Workflow Redesign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McKinsey research shows workflow redesign has the biggest effect on organizations' ability to see EBIT impact from generative AI.</a:t>
            </a:r>
          </a:p>
          <a:p>
            <a:pPr>
              <a:defRPr sz="1100">
                <a:solidFill>
                  <a:srgbClr val="01A9DB"/>
                </a:solidFill>
              </a:defRPr>
            </a:pPr>
            <a:r>
              <a:t>Helm solves this through our Mine/Design/Manage framework—automating workflow redesign so organizations capture real business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46A"/>
                </a:solidFill>
              </a:defRPr>
            </a:pPr>
            <a:r>
              <a:t>McKinsey, 2024 | The State of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