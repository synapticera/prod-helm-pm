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1A9D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Redesign Imperative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88% Deployment ≠ Enterprise ROI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STATE OF AI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0" cy="1097280"/>
          </a:xfrm>
          <a:prstGeom prst="rect">
            <a:avLst/>
          </a:prstGeom>
          <a:solidFill>
            <a:srgbClr val="01A9DB">
              <a:alpha val="15000"/>
            </a:srgbClr>
          </a:solidFill>
          <a:ln w="12700">
            <a:solidFill>
              <a:srgbClr val="01A9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Using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AI use in at least one business function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657600" cy="1097280"/>
          </a:xfrm>
          <a:prstGeom prst="rect">
            <a:avLst/>
          </a:prstGeom>
          <a:solidFill>
            <a:srgbClr val="01A9DB">
              <a:alpha val="15000"/>
            </a:srgbClr>
          </a:solidFill>
          <a:ln w="12700">
            <a:solidFill>
              <a:srgbClr val="01A9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Agentic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657600" cy="1097280"/>
          </a:xfrm>
          <a:prstGeom prst="rect">
            <a:avLst/>
          </a:prstGeom>
          <a:solidFill>
            <a:srgbClr val="01A9DB">
              <a:alpha val="15000"/>
            </a:srgbClr>
          </a:solidFill>
          <a:ln w="12700">
            <a:solidFill>
              <a:srgbClr val="01A9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Experimenting with Agents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B4100">
              <a:alpha val="15000"/>
            </a:srgbClr>
          </a:solidFill>
          <a:ln w="12700">
            <a:solidFill>
              <a:srgbClr val="FB4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7373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IMPACT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→ 39%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93776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Rate vs. Enterprise EBIT Impact — A 49-point gap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3931920" cy="777240"/>
          </a:xfrm>
          <a:prstGeom prst="rect">
            <a:avLst/>
          </a:prstGeom>
          <a:solidFill>
            <a:srgbClr val="445A6A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MCKINSEY'S CRITICAL FINDING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401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"Workflow redesign has the biggest effect on EBIT impact from gen AI"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3931920" cy="914400"/>
          </a:xfrm>
          <a:prstGeom prst="rect">
            <a:avLst/>
          </a:prstGeom>
          <a:solidFill>
            <a:srgbClr val="01A9DB">
              <a:alpha val="20000"/>
            </a:srgbClr>
          </a:solidFill>
          <a:ln w="12700">
            <a:solidFill>
              <a:srgbClr val="01A9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069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VALIDATION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2793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closes this gap: Understand → Redesign → Execute → Prove ROI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performers 3x more likely to scale agents | McKinsey November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2026-01-06T08:04:37Z</dcterms:created>
  <dcterms:modified xsi:type="dcterms:W3CDTF">2026-01-06T08:04:37Z</dcterms:modified>
</cp:coreProperties>
</file>