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9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2" r:id="rId5"/>
  </p:sldMasterIdLst>
  <p:notesMasterIdLst>
    <p:notesMasterId r:id="rId34"/>
  </p:notesMasterIdLst>
  <p:handoutMasterIdLst>
    <p:handoutMasterId r:id="rId35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w" id="{EFFD5181-D047-4B12-8DA2-DBF40F9E3B90}">
          <p14:sldIdLst>
            <p14:sldId id="2147474175"/>
            <p14:sldId id="2147474247"/>
          </p14:sldIdLst>
        </p14:section>
        <p14:section name="HLS" id="{A1A79390-66BC-9648-B5FE-CCF26E041A5D}">
          <p14:sldIdLst>
            <p14:sldId id="2147474240"/>
            <p14:sldId id="2147474188"/>
            <p14:sldId id="2147474193"/>
            <p14:sldId id="2147474191"/>
            <p14:sldId id="2147474190"/>
            <p14:sldId id="2147474246"/>
            <p14:sldId id="2147474192"/>
          </p14:sldIdLst>
        </p14:section>
        <p14:section name="ENT" id="{07D84A60-F66E-4941-B4E4-76E52E9B80C4}">
          <p14:sldIdLst>
            <p14:sldId id="2147474195"/>
            <p14:sldId id="2147474196"/>
            <p14:sldId id="2147474198"/>
          </p14:sldIdLst>
        </p14:section>
        <p14:section name="PSS" id="{2894D2A9-0D82-764B-B190-CE3902298B86}">
          <p14:sldIdLst>
            <p14:sldId id="2147474199"/>
            <p14:sldId id="2147474208"/>
            <p14:sldId id="2147474238"/>
            <p14:sldId id="2147474237"/>
            <p14:sldId id="2147474279"/>
            <p14:sldId id="2147474207"/>
            <p14:sldId id="2147474209"/>
            <p14:sldId id="2147474278"/>
            <p14:sldId id="2147474233"/>
            <p14:sldId id="2147474244"/>
            <p14:sldId id="2147474184"/>
          </p14:sldIdLst>
        </p14:section>
        <p14:section name="Success" id="{F4EB780F-00AB-3A49-AB0B-F586CFD4D574}">
          <p14:sldIdLst>
            <p14:sldId id="2147474211"/>
            <p14:sldId id="2147473936"/>
            <p14:sldId id="2147473937"/>
            <p14:sldId id="2147473938"/>
            <p14:sldId id="21474739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FC2D01-2B55-CADE-A2B9-0615B9D29177}" name="Joey Kennedy" initials="JK" userId="S::joey.kennedy@synaptic.build::22c59c9f-a2ef-48a5-a7ab-cb3e7e1b0a49" providerId="AD"/>
  <p188:author id="{37D37D08-E4CE-4B7B-695F-3776018CB7C7}" name="Bill Karpovich" initials="" userId="S::bill@Synapticadvisors.com::08b277c5-ecaf-4046-91f2-391dc19b2030" providerId="AD"/>
  <p188:author id="{B1FC1A25-E5BA-9F97-613E-18DD43C658B3}" name="Sahil Kumar" initials="SK" userId="S::sahil@synaptic.build::6a309880-e516-46d4-a05e-750e11ec0d70" providerId="AD"/>
  <p188:author id="{CF4AA22E-6F22-4060-F95A-1947701E40DE}" name="Bojan Cubela" initials="" userId="S::bojan@synaptic.build::8e0f3e2b-9b1d-4a7a-832f-993d512d5f9c" providerId="AD"/>
  <p188:author id="{261C4741-E43C-CCF1-D5A8-CA164D2B1D07}" name="Haley Boosinger" initials="HB" userId="S::haley.boosinger@synapticadvisors.com::b4f6d6c2-1534-492e-8148-60cddefb06c5" providerId="AD"/>
  <p188:author id="{DA08E357-BE73-C39F-87B1-1B68FF0BE8E5}" name="Bojan Cubela" initials="" userId="S::bojan@Synapticadvisors.com::8e0f3e2b-9b1d-4a7a-832f-993d512d5f9c" providerId="AD"/>
  <p188:author id="{2CC1515C-C11B-BA39-5B4E-20E74E0C1186}" name="Joe Mallek" initials="" userId="S::joe@synaptic.build::f673a1a2-5e9a-4311-b719-30273ac6cf16" providerId="AD"/>
  <p188:author id="{645BC87F-867C-8885-93E7-1114C2F340E6}" name="Bill Karpovich" initials="BK" userId="257b015b7ff0900e" providerId="Windows Live"/>
  <p188:author id="{A422258C-5118-7D12-0EB3-21364AB34EF2}" name="Paul Peterson" initials="PP" userId="S::paul@synaptic.build::4b0dbe96-8ad9-46b3-a748-c51e95111cb6" providerId="AD"/>
  <p188:author id="{2C832ABD-EBA7-B6F3-18E8-ED326AEAE18A}" name="Bill Karpovich" initials="" userId="S::bill@synaptic.build::08b277c5-ecaf-4046-91f2-391dc19b2030" providerId="AD"/>
  <p188:author id="{C37B1ECF-5F1C-392B-154F-1D6E8B26F4F3}" name="Brian Reilly" initials="BR" userId="S::Brian.Reilly@Synapticadvisors.com::c7fa1817-a92b-4a05-85e2-b20b8cfd9c7e" providerId="AD"/>
  <p188:author id="{85A89AD5-21D8-59F2-227E-E0EB6C5DDA75}" name="Duane Nelson" initials="DN" userId="S::duane.nelson@synapticadvisors.com::f7a8d586-1fbf-46ab-8af7-8f757b5432bb" providerId="AD"/>
  <p188:author id="{D61635E3-9C7E-E0CF-E735-E6087F2B390A}" name="Joe Mallek" initials="JM" userId="S::jmallek@whereoware.com::992c4b69-0c85-4cea-9f8d-7286f7aa0d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253D"/>
    <a:srgbClr val="44546A"/>
    <a:srgbClr val="FB4100"/>
    <a:srgbClr val="3F3993"/>
    <a:srgbClr val="5DE9D4"/>
    <a:srgbClr val="58DBC8"/>
    <a:srgbClr val="F2F2F2"/>
    <a:srgbClr val="E7E6E6"/>
    <a:srgbClr val="B39D89"/>
    <a:srgbClr val="009E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413A9C-2EB7-7D41-9036-6854C722DDE5}" v="45" dt="2025-10-26T19:03:45.838"/>
    <p1510:client id="{F58E2622-0AAB-ED46-90B9-8CA49196967B}" v="2" dt="2025-10-27T17:19:53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microsoft.com/office/2016/11/relationships/changesInfo" Target="changesInfos/changesInfo1.xml"/><Relationship Id="rId41" Type="http://schemas.microsoft.com/office/2015/10/relationships/revisionInfo" Target="revisionInfo.xml"/><Relationship Id="rId4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Nichols" userId="S::justin@synaptic.build::34d693b9-3639-4607-b54c-fe6459bed9a2" providerId="AD" clId="Web-{1C1B2FCF-ACFD-FF3C-A37A-31949602EECE}"/>
    <pc:docChg chg="addSld delSld modSld modSection">
      <pc:chgData name="Justin Nichols" userId="S::justin@synaptic.build::34d693b9-3639-4607-b54c-fe6459bed9a2" providerId="AD" clId="Web-{1C1B2FCF-ACFD-FF3C-A37A-31949602EECE}" dt="2025-10-21T23:52:13.032" v="4490" actId="20577"/>
      <pc:docMkLst>
        <pc:docMk/>
      </pc:docMkLst>
      <pc:sldChg chg="addSp delSp modSp">
        <pc:chgData name="Justin Nichols" userId="S::justin@synaptic.build::34d693b9-3639-4607-b54c-fe6459bed9a2" providerId="AD" clId="Web-{1C1B2FCF-ACFD-FF3C-A37A-31949602EECE}" dt="2025-10-21T23:32:38.424" v="4285" actId="20577"/>
        <pc:sldMkLst>
          <pc:docMk/>
          <pc:sldMk cId="3638352407" sldId="2147474192"/>
        </pc:sldMkLst>
        <pc:spChg chg="add mod">
          <ac:chgData name="Justin Nichols" userId="S::justin@synaptic.build::34d693b9-3639-4607-b54c-fe6459bed9a2" providerId="AD" clId="Web-{1C1B2FCF-ACFD-FF3C-A37A-31949602EECE}" dt="2025-10-21T23:32:38.424" v="4285" actId="20577"/>
          <ac:spMkLst>
            <pc:docMk/>
            <pc:sldMk cId="3638352407" sldId="2147474192"/>
            <ac:spMk id="11" creationId="{C83FEC59-C77A-B635-46F0-145D90D1011C}"/>
          </ac:spMkLst>
        </pc:spChg>
        <pc:graphicFrameChg chg="mod modGraphic">
          <ac:chgData name="Justin Nichols" userId="S::justin@synaptic.build::34d693b9-3639-4607-b54c-fe6459bed9a2" providerId="AD" clId="Web-{1C1B2FCF-ACFD-FF3C-A37A-31949602EECE}" dt="2025-10-21T23:31:03.152" v="4274"/>
          <ac:graphicFrameMkLst>
            <pc:docMk/>
            <pc:sldMk cId="3638352407" sldId="2147474192"/>
            <ac:graphicFrameMk id="6" creationId="{82D35812-8097-BC99-4570-49B9BE1304D6}"/>
          </ac:graphicFrameMkLst>
        </pc:graphicFrameChg>
      </pc:sldChg>
      <pc:sldChg chg="delSp modSp">
        <pc:chgData name="Justin Nichols" userId="S::justin@synaptic.build::34d693b9-3639-4607-b54c-fe6459bed9a2" providerId="AD" clId="Web-{1C1B2FCF-ACFD-FF3C-A37A-31949602EECE}" dt="2025-10-21T23:35:08.148" v="4329"/>
        <pc:sldMkLst>
          <pc:docMk/>
          <pc:sldMk cId="2558030581" sldId="2147474193"/>
        </pc:sldMkLst>
        <pc:spChg chg="mod">
          <ac:chgData name="Justin Nichols" userId="S::justin@synaptic.build::34d693b9-3639-4607-b54c-fe6459bed9a2" providerId="AD" clId="Web-{1C1B2FCF-ACFD-FF3C-A37A-31949602EECE}" dt="2025-10-21T23:32:50.034" v="4293" actId="20577"/>
          <ac:spMkLst>
            <pc:docMk/>
            <pc:sldMk cId="2558030581" sldId="2147474193"/>
            <ac:spMk id="5" creationId="{2869241A-4D36-B379-73C4-37CB5A9EEB5C}"/>
          </ac:spMkLst>
        </pc:spChg>
        <pc:graphicFrameChg chg="mod modGraphic">
          <ac:chgData name="Justin Nichols" userId="S::justin@synaptic.build::34d693b9-3639-4607-b54c-fe6459bed9a2" providerId="AD" clId="Web-{1C1B2FCF-ACFD-FF3C-A37A-31949602EECE}" dt="2025-10-21T23:35:08.148" v="4329"/>
          <ac:graphicFrameMkLst>
            <pc:docMk/>
            <pc:sldMk cId="2558030581" sldId="2147474193"/>
            <ac:graphicFrameMk id="6" creationId="{CD62C00F-FDBA-3F4A-7C78-51058420DC6A}"/>
          </ac:graphicFrameMkLst>
        </pc:graphicFrameChg>
      </pc:sldChg>
    </pc:docChg>
  </pc:docChgLst>
  <pc:docChgLst>
    <pc:chgData name="Josh Smith" userId="S::josh@synaptic.build::2eecc3fb-812f-4399-9c45-2b7aed06cdb1" providerId="AD" clId="Web-{6F0BDA64-8365-C596-853B-E36DB0287638}"/>
    <pc:docChg chg="modSld">
      <pc:chgData name="Josh Smith" userId="S::josh@synaptic.build::2eecc3fb-812f-4399-9c45-2b7aed06cdb1" providerId="AD" clId="Web-{6F0BDA64-8365-C596-853B-E36DB0287638}" dt="2025-10-21T19:22:26.354" v="586" actId="20577"/>
      <pc:docMkLst>
        <pc:docMk/>
      </pc:docMkLst>
    </pc:docChg>
  </pc:docChgLst>
  <pc:docChgLst>
    <pc:chgData name="Justin Nichols" userId="S::justin@synaptic.build::34d693b9-3639-4607-b54c-fe6459bed9a2" providerId="AD" clId="Web-{C1E3EBA7-CFF6-C288-C0EE-C4F158917FC9}"/>
    <pc:docChg chg="addSld modSld modSection">
      <pc:chgData name="Justin Nichols" userId="S::justin@synaptic.build::34d693b9-3639-4607-b54c-fe6459bed9a2" providerId="AD" clId="Web-{C1E3EBA7-CFF6-C288-C0EE-C4F158917FC9}" dt="2025-10-22T15:55:52.935" v="184"/>
      <pc:docMkLst>
        <pc:docMk/>
      </pc:docMkLst>
    </pc:docChg>
  </pc:docChgLst>
  <pc:docChgLst>
    <pc:chgData name="Justin Nichols" userId="S::justin@synaptic.build::34d693b9-3639-4607-b54c-fe6459bed9a2" providerId="AD" clId="Web-{9C3EABD5-420C-A4C2-524B-16E6AF320898}"/>
    <pc:docChg chg="modSld">
      <pc:chgData name="Justin Nichols" userId="S::justin@synaptic.build::34d693b9-3639-4607-b54c-fe6459bed9a2" providerId="AD" clId="Web-{9C3EABD5-420C-A4C2-524B-16E6AF320898}" dt="2025-10-22T02:09:01.473" v="343"/>
      <pc:docMkLst>
        <pc:docMk/>
      </pc:docMkLst>
      <pc:sldChg chg="delSp modSp">
        <pc:chgData name="Justin Nichols" userId="S::justin@synaptic.build::34d693b9-3639-4607-b54c-fe6459bed9a2" providerId="AD" clId="Web-{9C3EABD5-420C-A4C2-524B-16E6AF320898}" dt="2025-10-22T02:09:01.473" v="343"/>
        <pc:sldMkLst>
          <pc:docMk/>
          <pc:sldMk cId="3638352407" sldId="2147474192"/>
        </pc:sldMkLst>
        <pc:spChg chg="mod">
          <ac:chgData name="Justin Nichols" userId="S::justin@synaptic.build::34d693b9-3639-4607-b54c-fe6459bed9a2" providerId="AD" clId="Web-{9C3EABD5-420C-A4C2-524B-16E6AF320898}" dt="2025-10-22T02:04:16.650" v="233" actId="20577"/>
          <ac:spMkLst>
            <pc:docMk/>
            <pc:sldMk cId="3638352407" sldId="2147474192"/>
            <ac:spMk id="11" creationId="{C83FEC59-C77A-B635-46F0-145D90D1011C}"/>
          </ac:spMkLst>
        </pc:spChg>
        <pc:graphicFrameChg chg="mod modGraphic">
          <ac:chgData name="Justin Nichols" userId="S::justin@synaptic.build::34d693b9-3639-4607-b54c-fe6459bed9a2" providerId="AD" clId="Web-{9C3EABD5-420C-A4C2-524B-16E6AF320898}" dt="2025-10-22T02:09:01.473" v="343"/>
          <ac:graphicFrameMkLst>
            <pc:docMk/>
            <pc:sldMk cId="3638352407" sldId="2147474192"/>
            <ac:graphicFrameMk id="6" creationId="{82D35812-8097-BC99-4570-49B9BE1304D6}"/>
          </ac:graphicFrameMkLst>
        </pc:graphicFrameChg>
      </pc:sldChg>
      <pc:sldChg chg="delSp modSp">
        <pc:chgData name="Justin Nichols" userId="S::justin@synaptic.build::34d693b9-3639-4607-b54c-fe6459bed9a2" providerId="AD" clId="Web-{9C3EABD5-420C-A4C2-524B-16E6AF320898}" dt="2025-10-22T01:54:42.099" v="82" actId="1076"/>
        <pc:sldMkLst>
          <pc:docMk/>
          <pc:sldMk cId="2558030581" sldId="2147474193"/>
        </pc:sldMkLst>
        <pc:spChg chg="mod">
          <ac:chgData name="Justin Nichols" userId="S::justin@synaptic.build::34d693b9-3639-4607-b54c-fe6459bed9a2" providerId="AD" clId="Web-{9C3EABD5-420C-A4C2-524B-16E6AF320898}" dt="2025-10-22T01:54:42.099" v="82" actId="1076"/>
          <ac:spMkLst>
            <pc:docMk/>
            <pc:sldMk cId="2558030581" sldId="2147474193"/>
            <ac:spMk id="5" creationId="{2869241A-4D36-B379-73C4-37CB5A9EEB5C}"/>
          </ac:spMkLst>
        </pc:spChg>
      </pc:sldChg>
    </pc:docChg>
  </pc:docChgLst>
  <pc:docChgLst>
    <pc:chgData name="Bill Karpovich" userId="08b277c5-ecaf-4046-91f2-391dc19b2030" providerId="ADAL" clId="{5DABE388-9835-5ABA-BC7D-406E6831B5C5}"/>
    <pc:docChg chg="undo custSel addSld delSld modSld sldOrd modMainMaster addSection delSection modSection">
      <pc:chgData name="Bill Karpovich" userId="08b277c5-ecaf-4046-91f2-391dc19b2030" providerId="ADAL" clId="{5DABE388-9835-5ABA-BC7D-406E6831B5C5}" dt="2025-10-27T17:19:53.625" v="3244" actId="20577"/>
      <pc:docMkLst>
        <pc:docMk/>
      </pc:docMkLst>
      <pc:sldChg chg="add del ord">
        <pc:chgData name="Bill Karpovich" userId="08b277c5-ecaf-4046-91f2-391dc19b2030" providerId="ADAL" clId="{5DABE388-9835-5ABA-BC7D-406E6831B5C5}" dt="2025-10-22T16:23:42.745" v="3154" actId="20578"/>
        <pc:sldMkLst>
          <pc:docMk/>
          <pc:sldMk cId="2458943921" sldId="2147473936"/>
        </pc:sldMkLst>
      </pc:sldChg>
      <pc:sldChg chg="add del ord">
        <pc:chgData name="Bill Karpovich" userId="08b277c5-ecaf-4046-91f2-391dc19b2030" providerId="ADAL" clId="{5DABE388-9835-5ABA-BC7D-406E6831B5C5}" dt="2025-10-22T16:23:42.745" v="3154" actId="20578"/>
        <pc:sldMkLst>
          <pc:docMk/>
          <pc:sldMk cId="1239975019" sldId="2147473937"/>
        </pc:sldMkLst>
      </pc:sldChg>
      <pc:sldChg chg="add del ord">
        <pc:chgData name="Bill Karpovich" userId="08b277c5-ecaf-4046-91f2-391dc19b2030" providerId="ADAL" clId="{5DABE388-9835-5ABA-BC7D-406E6831B5C5}" dt="2025-10-22T16:23:42.745" v="3154" actId="20578"/>
        <pc:sldMkLst>
          <pc:docMk/>
          <pc:sldMk cId="2931369808" sldId="2147473938"/>
        </pc:sldMkLst>
      </pc:sldChg>
      <pc:sldChg chg="modSp add del mod ord">
        <pc:chgData name="Bill Karpovich" userId="08b277c5-ecaf-4046-91f2-391dc19b2030" providerId="ADAL" clId="{5DABE388-9835-5ABA-BC7D-406E6831B5C5}" dt="2025-10-22T18:14:13.471" v="3239" actId="207"/>
        <pc:sldMkLst>
          <pc:docMk/>
          <pc:sldMk cId="266678259" sldId="2147473939"/>
        </pc:sldMkLst>
        <pc:graphicFrameChg chg="modGraphic">
          <ac:chgData name="Bill Karpovich" userId="08b277c5-ecaf-4046-91f2-391dc19b2030" providerId="ADAL" clId="{5DABE388-9835-5ABA-BC7D-406E6831B5C5}" dt="2025-10-22T18:14:13.471" v="3239" actId="207"/>
          <ac:graphicFrameMkLst>
            <pc:docMk/>
            <pc:sldMk cId="266678259" sldId="2147473939"/>
            <ac:graphicFrameMk id="9" creationId="{72C0C2E4-304F-B868-E80B-6188352406D5}"/>
          </ac:graphicFrameMkLst>
        </pc:graphicFrameChg>
      </pc:sldChg>
      <pc:sldChg chg="modSp add mod">
        <pc:chgData name="Bill Karpovich" userId="08b277c5-ecaf-4046-91f2-391dc19b2030" providerId="ADAL" clId="{5DABE388-9835-5ABA-BC7D-406E6831B5C5}" dt="2025-10-21T01:27:45.579" v="7" actId="20577"/>
        <pc:sldMkLst>
          <pc:docMk/>
          <pc:sldMk cId="3133914718" sldId="2147474175"/>
        </pc:sldMkLst>
        <pc:spChg chg="mod">
          <ac:chgData name="Bill Karpovich" userId="08b277c5-ecaf-4046-91f2-391dc19b2030" providerId="ADAL" clId="{5DABE388-9835-5ABA-BC7D-406E6831B5C5}" dt="2025-10-21T01:27:45.579" v="7" actId="20577"/>
          <ac:spMkLst>
            <pc:docMk/>
            <pc:sldMk cId="3133914718" sldId="2147474175"/>
            <ac:spMk id="2" creationId="{1125549B-6A86-D33E-67E9-C1231551A36D}"/>
          </ac:spMkLst>
        </pc:spChg>
      </pc:sldChg>
      <pc:sldChg chg="modSp add mod ord">
        <pc:chgData name="Bill Karpovich" userId="08b277c5-ecaf-4046-91f2-391dc19b2030" providerId="ADAL" clId="{5DABE388-9835-5ABA-BC7D-406E6831B5C5}" dt="2025-10-22T16:28:28.766" v="3194"/>
        <pc:sldMkLst>
          <pc:docMk/>
          <pc:sldMk cId="1524899496" sldId="2147474188"/>
        </pc:sldMkLst>
        <pc:spChg chg="mod">
          <ac:chgData name="Bill Karpovich" userId="08b277c5-ecaf-4046-91f2-391dc19b2030" providerId="ADAL" clId="{5DABE388-9835-5ABA-BC7D-406E6831B5C5}" dt="2025-10-22T16:16:31.662" v="3108" actId="1076"/>
          <ac:spMkLst>
            <pc:docMk/>
            <pc:sldMk cId="1524899496" sldId="2147474188"/>
            <ac:spMk id="6" creationId="{9842A1CD-E509-21C3-4501-584842D40423}"/>
          </ac:spMkLst>
        </pc:spChg>
      </pc:sldChg>
      <pc:sldChg chg="addSp delSp modSp add mod ord">
        <pc:chgData name="Bill Karpovich" userId="08b277c5-ecaf-4046-91f2-391dc19b2030" providerId="ADAL" clId="{5DABE388-9835-5ABA-BC7D-406E6831B5C5}" dt="2025-10-27T17:19:53.625" v="3244" actId="20577"/>
        <pc:sldMkLst>
          <pc:docMk/>
          <pc:sldMk cId="1022329630" sldId="2147474190"/>
        </pc:sldMkLst>
        <pc:spChg chg="mod">
          <ac:chgData name="Bill Karpovich" userId="08b277c5-ecaf-4046-91f2-391dc19b2030" providerId="ADAL" clId="{5DABE388-9835-5ABA-BC7D-406E6831B5C5}" dt="2025-10-21T15:18:24.333" v="1339" actId="1076"/>
          <ac:spMkLst>
            <pc:docMk/>
            <pc:sldMk cId="1022329630" sldId="2147474190"/>
            <ac:spMk id="2" creationId="{1FCFA210-519F-141D-5C49-ADD10AF444F9}"/>
          </ac:spMkLst>
        </pc:spChg>
        <pc:spChg chg="mod">
          <ac:chgData name="Bill Karpovich" userId="08b277c5-ecaf-4046-91f2-391dc19b2030" providerId="ADAL" clId="{5DABE388-9835-5ABA-BC7D-406E6831B5C5}" dt="2025-10-27T17:19:53.625" v="3244" actId="20577"/>
          <ac:spMkLst>
            <pc:docMk/>
            <pc:sldMk cId="1022329630" sldId="2147474190"/>
            <ac:spMk id="6" creationId="{A6858EB6-6539-A1CA-C887-8888623253EE}"/>
          </ac:spMkLst>
        </pc:spChg>
        <pc:picChg chg="add mod">
          <ac:chgData name="Bill Karpovich" userId="08b277c5-ecaf-4046-91f2-391dc19b2030" providerId="ADAL" clId="{5DABE388-9835-5ABA-BC7D-406E6831B5C5}" dt="2025-10-24T15:01:37.323" v="3242" actId="1076"/>
          <ac:picMkLst>
            <pc:docMk/>
            <pc:sldMk cId="1022329630" sldId="2147474190"/>
            <ac:picMk id="8" creationId="{26B774B2-BFF8-D8E8-FEDF-FE9925EA4ED2}"/>
          </ac:picMkLst>
        </pc:picChg>
      </pc:sldChg>
      <pc:sldChg chg="addSp delSp modSp add mod ord">
        <pc:chgData name="Bill Karpovich" userId="08b277c5-ecaf-4046-91f2-391dc19b2030" providerId="ADAL" clId="{5DABE388-9835-5ABA-BC7D-406E6831B5C5}" dt="2025-10-22T16:28:28.766" v="3194"/>
        <pc:sldMkLst>
          <pc:docMk/>
          <pc:sldMk cId="804177484" sldId="2147474191"/>
        </pc:sldMkLst>
        <pc:spChg chg="mod">
          <ac:chgData name="Bill Karpovich" userId="08b277c5-ecaf-4046-91f2-391dc19b2030" providerId="ADAL" clId="{5DABE388-9835-5ABA-BC7D-406E6831B5C5}" dt="2025-10-21T15:13:45.440" v="1253" actId="20577"/>
          <ac:spMkLst>
            <pc:docMk/>
            <pc:sldMk cId="804177484" sldId="2147474191"/>
            <ac:spMk id="4" creationId="{DB6ACFA7-9DF3-AB3B-B5B3-1F470AE16F9E}"/>
          </ac:spMkLst>
        </pc:spChg>
      </pc:sldChg>
      <pc:sldChg chg="addSp modSp add mod ord">
        <pc:chgData name="Bill Karpovich" userId="08b277c5-ecaf-4046-91f2-391dc19b2030" providerId="ADAL" clId="{5DABE388-9835-5ABA-BC7D-406E6831B5C5}" dt="2025-10-22T16:28:28.766" v="3194"/>
        <pc:sldMkLst>
          <pc:docMk/>
          <pc:sldMk cId="3638352407" sldId="2147474192"/>
        </pc:sldMkLst>
        <pc:spChg chg="mod">
          <ac:chgData name="Bill Karpovich" userId="08b277c5-ecaf-4046-91f2-391dc19b2030" providerId="ADAL" clId="{5DABE388-9835-5ABA-BC7D-406E6831B5C5}" dt="2025-10-22T02:09:54.634" v="2401" actId="20577"/>
          <ac:spMkLst>
            <pc:docMk/>
            <pc:sldMk cId="3638352407" sldId="2147474192"/>
            <ac:spMk id="2" creationId="{766A6EE2-3CD4-2C2E-6DA0-C29E872549E1}"/>
          </ac:spMkLst>
        </pc:spChg>
        <pc:spChg chg="mod">
          <ac:chgData name="Bill Karpovich" userId="08b277c5-ecaf-4046-91f2-391dc19b2030" providerId="ADAL" clId="{5DABE388-9835-5ABA-BC7D-406E6831B5C5}" dt="2025-10-22T02:10:00.267" v="2403" actId="14100"/>
          <ac:spMkLst>
            <pc:docMk/>
            <pc:sldMk cId="3638352407" sldId="2147474192"/>
            <ac:spMk id="11" creationId="{C83FEC59-C77A-B635-46F0-145D90D1011C}"/>
          </ac:spMkLst>
        </pc:spChg>
        <pc:graphicFrameChg chg="mod modGraphic">
          <ac:chgData name="Bill Karpovich" userId="08b277c5-ecaf-4046-91f2-391dc19b2030" providerId="ADAL" clId="{5DABE388-9835-5ABA-BC7D-406E6831B5C5}" dt="2025-10-22T02:09:41.723" v="2387" actId="1076"/>
          <ac:graphicFrameMkLst>
            <pc:docMk/>
            <pc:sldMk cId="3638352407" sldId="2147474192"/>
            <ac:graphicFrameMk id="6" creationId="{82D35812-8097-BC99-4570-49B9BE1304D6}"/>
          </ac:graphicFrameMkLst>
        </pc:graphicFrameChg>
      </pc:sldChg>
      <pc:sldChg chg="addSp modSp add mod ord">
        <pc:chgData name="Bill Karpovich" userId="08b277c5-ecaf-4046-91f2-391dc19b2030" providerId="ADAL" clId="{5DABE388-9835-5ABA-BC7D-406E6831B5C5}" dt="2025-10-22T16:28:28.766" v="3194"/>
        <pc:sldMkLst>
          <pc:docMk/>
          <pc:sldMk cId="2558030581" sldId="2147474193"/>
        </pc:sldMkLst>
        <pc:spChg chg="mod">
          <ac:chgData name="Bill Karpovich" userId="08b277c5-ecaf-4046-91f2-391dc19b2030" providerId="ADAL" clId="{5DABE388-9835-5ABA-BC7D-406E6831B5C5}" dt="2025-10-22T16:16:01.723" v="3105" actId="20577"/>
          <ac:spMkLst>
            <pc:docMk/>
            <pc:sldMk cId="2558030581" sldId="2147474193"/>
            <ac:spMk id="2" creationId="{822202D8-4EC6-C0F5-D2C9-753EAEB28C19}"/>
          </ac:spMkLst>
        </pc:spChg>
        <pc:spChg chg="mod">
          <ac:chgData name="Bill Karpovich" userId="08b277c5-ecaf-4046-91f2-391dc19b2030" providerId="ADAL" clId="{5DABE388-9835-5ABA-BC7D-406E6831B5C5}" dt="2025-10-22T00:20:48.859" v="1985" actId="20577"/>
          <ac:spMkLst>
            <pc:docMk/>
            <pc:sldMk cId="2558030581" sldId="2147474193"/>
            <ac:spMk id="5" creationId="{2869241A-4D36-B379-73C4-37CB5A9EEB5C}"/>
          </ac:spMkLst>
        </pc:spChg>
        <pc:graphicFrameChg chg="mod modGraphic">
          <ac:chgData name="Bill Karpovich" userId="08b277c5-ecaf-4046-91f2-391dc19b2030" providerId="ADAL" clId="{5DABE388-9835-5ABA-BC7D-406E6831B5C5}" dt="2025-10-22T00:19:29.135" v="1982" actId="20577"/>
          <ac:graphicFrameMkLst>
            <pc:docMk/>
            <pc:sldMk cId="2558030581" sldId="2147474193"/>
            <ac:graphicFrameMk id="6" creationId="{CD62C00F-FDBA-3F4A-7C78-51058420DC6A}"/>
          </ac:graphicFrameMkLst>
        </pc:graphicFrameChg>
      </pc:sldChg>
      <pc:sldChg chg="modSp add mod ord">
        <pc:chgData name="Bill Karpovich" userId="08b277c5-ecaf-4046-91f2-391dc19b2030" providerId="ADAL" clId="{5DABE388-9835-5ABA-BC7D-406E6831B5C5}" dt="2025-10-22T16:28:34.054" v="3196"/>
        <pc:sldMkLst>
          <pc:docMk/>
          <pc:sldMk cId="925434585" sldId="2147474195"/>
        </pc:sldMkLst>
        <pc:spChg chg="mod">
          <ac:chgData name="Bill Karpovich" userId="08b277c5-ecaf-4046-91f2-391dc19b2030" providerId="ADAL" clId="{5DABE388-9835-5ABA-BC7D-406E6831B5C5}" dt="2025-10-21T15:13:07.980" v="1236" actId="20577"/>
          <ac:spMkLst>
            <pc:docMk/>
            <pc:sldMk cId="925434585" sldId="2147474195"/>
            <ac:spMk id="5" creationId="{BD8C3F58-30A7-358C-2505-A978AC8FC833}"/>
          </ac:spMkLst>
        </pc:spChg>
      </pc:sldChg>
      <pc:sldChg chg="addSp delSp modSp add mod ord replId modClrScheme chgLayout">
        <pc:chgData name="Bill Karpovich" userId="08b277c5-ecaf-4046-91f2-391dc19b2030" providerId="ADAL" clId="{5DABE388-9835-5ABA-BC7D-406E6831B5C5}" dt="2025-10-22T16:28:34.054" v="3196"/>
        <pc:sldMkLst>
          <pc:docMk/>
          <pc:sldMk cId="1832740801" sldId="2147474196"/>
        </pc:sldMkLst>
        <pc:spChg chg="mod">
          <ac:chgData name="Bill Karpovich" userId="08b277c5-ecaf-4046-91f2-391dc19b2030" providerId="ADAL" clId="{5DABE388-9835-5ABA-BC7D-406E6831B5C5}" dt="2025-10-21T15:47:59.264" v="1349" actId="20577"/>
          <ac:spMkLst>
            <pc:docMk/>
            <pc:sldMk cId="1832740801" sldId="2147474196"/>
            <ac:spMk id="4" creationId="{C181E450-E21D-704D-44E7-A82D94A837A7}"/>
          </ac:spMkLst>
        </pc:spChg>
        <pc:spChg chg="mod ord">
          <ac:chgData name="Bill Karpovich" userId="08b277c5-ecaf-4046-91f2-391dc19b2030" providerId="ADAL" clId="{5DABE388-9835-5ABA-BC7D-406E6831B5C5}" dt="2025-10-21T15:56:52.307" v="1387" actId="700"/>
          <ac:spMkLst>
            <pc:docMk/>
            <pc:sldMk cId="1832740801" sldId="2147474196"/>
            <ac:spMk id="6" creationId="{0E81F8E1-65DA-632B-6075-9AF800D68728}"/>
          </ac:spMkLst>
        </pc:spChg>
        <pc:spChg chg="mod">
          <ac:chgData name="Bill Karpovich" userId="08b277c5-ecaf-4046-91f2-391dc19b2030" providerId="ADAL" clId="{5DABE388-9835-5ABA-BC7D-406E6831B5C5}" dt="2025-10-21T15:49:01.970" v="1352" actId="20577"/>
          <ac:spMkLst>
            <pc:docMk/>
            <pc:sldMk cId="1832740801" sldId="2147474196"/>
            <ac:spMk id="12" creationId="{B96EEA5E-CB2D-533E-9336-7232A76603A8}"/>
          </ac:spMkLst>
        </pc:spChg>
        <pc:spChg chg="mod">
          <ac:chgData name="Bill Karpovich" userId="08b277c5-ecaf-4046-91f2-391dc19b2030" providerId="ADAL" clId="{5DABE388-9835-5ABA-BC7D-406E6831B5C5}" dt="2025-10-21T15:49:10.517" v="1356" actId="113"/>
          <ac:spMkLst>
            <pc:docMk/>
            <pc:sldMk cId="1832740801" sldId="2147474196"/>
            <ac:spMk id="13" creationId="{262550E5-CDDC-F370-98C9-6625E15674A3}"/>
          </ac:spMkLst>
        </pc:spChg>
        <pc:spChg chg="add mod ord">
          <ac:chgData name="Bill Karpovich" userId="08b277c5-ecaf-4046-91f2-391dc19b2030" providerId="ADAL" clId="{5DABE388-9835-5ABA-BC7D-406E6831B5C5}" dt="2025-10-21T15:57:20.124" v="1397" actId="14100"/>
          <ac:spMkLst>
            <pc:docMk/>
            <pc:sldMk cId="1832740801" sldId="2147474196"/>
            <ac:spMk id="20" creationId="{4FE1AB36-2DF7-AC4E-2E76-A9DA66BE51C4}"/>
          </ac:spMkLst>
        </pc:spChg>
        <pc:picChg chg="add mod">
          <ac:chgData name="Bill Karpovich" userId="08b277c5-ecaf-4046-91f2-391dc19b2030" providerId="ADAL" clId="{5DABE388-9835-5ABA-BC7D-406E6831B5C5}" dt="2025-10-21T15:54:36.878" v="1367" actId="1076"/>
          <ac:picMkLst>
            <pc:docMk/>
            <pc:sldMk cId="1832740801" sldId="2147474196"/>
            <ac:picMk id="9" creationId="{0FB0942C-4D95-2D94-02EC-27880301251D}"/>
          </ac:picMkLst>
        </pc:picChg>
      </pc:sldChg>
      <pc:sldChg chg="addSp delSp modSp add mod ord replId">
        <pc:chgData name="Bill Karpovich" userId="08b277c5-ecaf-4046-91f2-391dc19b2030" providerId="ADAL" clId="{5DABE388-9835-5ABA-BC7D-406E6831B5C5}" dt="2025-10-22T16:28:34.054" v="3196"/>
        <pc:sldMkLst>
          <pc:docMk/>
          <pc:sldMk cId="910348525" sldId="2147474198"/>
        </pc:sldMkLst>
        <pc:spChg chg="mod">
          <ac:chgData name="Bill Karpovich" userId="08b277c5-ecaf-4046-91f2-391dc19b2030" providerId="ADAL" clId="{5DABE388-9835-5ABA-BC7D-406E6831B5C5}" dt="2025-10-21T15:57:53.583" v="1405" actId="14100"/>
          <ac:spMkLst>
            <pc:docMk/>
            <pc:sldMk cId="910348525" sldId="2147474198"/>
            <ac:spMk id="2" creationId="{4D5656C3-83AD-8CBA-6EE0-0F5970460804}"/>
          </ac:spMkLst>
        </pc:spChg>
        <pc:spChg chg="mod">
          <ac:chgData name="Bill Karpovich" userId="08b277c5-ecaf-4046-91f2-391dc19b2030" providerId="ADAL" clId="{5DABE388-9835-5ABA-BC7D-406E6831B5C5}" dt="2025-10-21T15:57:49.952" v="1404" actId="1076"/>
          <ac:spMkLst>
            <pc:docMk/>
            <pc:sldMk cId="910348525" sldId="2147474198"/>
            <ac:spMk id="11" creationId="{20054D71-B614-8221-89F3-6E1CF11ACDCB}"/>
          </ac:spMkLst>
        </pc:spChg>
        <pc:spChg chg="mod">
          <ac:chgData name="Bill Karpovich" userId="08b277c5-ecaf-4046-91f2-391dc19b2030" providerId="ADAL" clId="{5DABE388-9835-5ABA-BC7D-406E6831B5C5}" dt="2025-10-21T15:57:49.952" v="1404" actId="1076"/>
          <ac:spMkLst>
            <pc:docMk/>
            <pc:sldMk cId="910348525" sldId="2147474198"/>
            <ac:spMk id="12" creationId="{3AF471E7-BA8F-4405-EDCF-A9A9242BA326}"/>
          </ac:spMkLst>
        </pc:spChg>
        <pc:spChg chg="mod">
          <ac:chgData name="Bill Karpovich" userId="08b277c5-ecaf-4046-91f2-391dc19b2030" providerId="ADAL" clId="{5DABE388-9835-5ABA-BC7D-406E6831B5C5}" dt="2025-10-21T15:57:49.952" v="1404" actId="1076"/>
          <ac:spMkLst>
            <pc:docMk/>
            <pc:sldMk cId="910348525" sldId="2147474198"/>
            <ac:spMk id="13" creationId="{C318C899-C34B-FAA9-F01C-07900198767C}"/>
          </ac:spMkLst>
        </pc:spChg>
        <pc:picChg chg="add mod">
          <ac:chgData name="Bill Karpovich" userId="08b277c5-ecaf-4046-91f2-391dc19b2030" providerId="ADAL" clId="{5DABE388-9835-5ABA-BC7D-406E6831B5C5}" dt="2025-10-21T15:58:19.891" v="1406" actId="1076"/>
          <ac:picMkLst>
            <pc:docMk/>
            <pc:sldMk cId="910348525" sldId="2147474198"/>
            <ac:picMk id="5" creationId="{E996AE4C-1EDD-7A7F-0088-9B1759AF7439}"/>
          </ac:picMkLst>
        </pc:picChg>
      </pc:sldChg>
      <pc:sldChg chg="modSp add mod">
        <pc:chgData name="Bill Karpovich" userId="08b277c5-ecaf-4046-91f2-391dc19b2030" providerId="ADAL" clId="{5DABE388-9835-5ABA-BC7D-406E6831B5C5}" dt="2025-10-21T15:15:10.716" v="1275" actId="1076"/>
        <pc:sldMkLst>
          <pc:docMk/>
          <pc:sldMk cId="81708395" sldId="2147474199"/>
        </pc:sldMkLst>
        <pc:spChg chg="mod">
          <ac:chgData name="Bill Karpovich" userId="08b277c5-ecaf-4046-91f2-391dc19b2030" providerId="ADAL" clId="{5DABE388-9835-5ABA-BC7D-406E6831B5C5}" dt="2025-10-21T15:15:08.086" v="1274" actId="20577"/>
          <ac:spMkLst>
            <pc:docMk/>
            <pc:sldMk cId="81708395" sldId="2147474199"/>
            <ac:spMk id="4" creationId="{497A7BD1-A5DD-06F6-BC14-D4ACCBF8109A}"/>
          </ac:spMkLst>
        </pc:spChg>
        <pc:spChg chg="mod">
          <ac:chgData name="Bill Karpovich" userId="08b277c5-ecaf-4046-91f2-391dc19b2030" providerId="ADAL" clId="{5DABE388-9835-5ABA-BC7D-406E6831B5C5}" dt="2025-10-21T15:15:10.716" v="1275" actId="1076"/>
          <ac:spMkLst>
            <pc:docMk/>
            <pc:sldMk cId="81708395" sldId="2147474199"/>
            <ac:spMk id="6" creationId="{FCB93CDE-33EF-FA60-3836-404CE9A678FA}"/>
          </ac:spMkLst>
        </pc:spChg>
      </pc:sldChg>
      <pc:sldChg chg="modSp add mod">
        <pc:chgData name="Bill Karpovich" userId="08b277c5-ecaf-4046-91f2-391dc19b2030" providerId="ADAL" clId="{5DABE388-9835-5ABA-BC7D-406E6831B5C5}" dt="2025-10-21T15:15:26.834" v="1281" actId="20577"/>
        <pc:sldMkLst>
          <pc:docMk/>
          <pc:sldMk cId="3339415815" sldId="2147474207"/>
        </pc:sldMkLst>
        <pc:spChg chg="mod">
          <ac:chgData name="Bill Karpovich" userId="08b277c5-ecaf-4046-91f2-391dc19b2030" providerId="ADAL" clId="{5DABE388-9835-5ABA-BC7D-406E6831B5C5}" dt="2025-10-21T15:15:26.834" v="1281" actId="20577"/>
          <ac:spMkLst>
            <pc:docMk/>
            <pc:sldMk cId="3339415815" sldId="2147474207"/>
            <ac:spMk id="6" creationId="{3499B557-3FB5-9D0C-8055-18955534D414}"/>
          </ac:spMkLst>
        </pc:spChg>
      </pc:sldChg>
      <pc:sldChg chg="addSp delSp modSp add mod">
        <pc:chgData name="Bill Karpovich" userId="08b277c5-ecaf-4046-91f2-391dc19b2030" providerId="ADAL" clId="{5DABE388-9835-5ABA-BC7D-406E6831B5C5}" dt="2025-10-21T16:11:22.932" v="1631" actId="1076"/>
        <pc:sldMkLst>
          <pc:docMk/>
          <pc:sldMk cId="823831652" sldId="2147474208"/>
        </pc:sldMkLst>
        <pc:spChg chg="add mod">
          <ac:chgData name="Bill Karpovich" userId="08b277c5-ecaf-4046-91f2-391dc19b2030" providerId="ADAL" clId="{5DABE388-9835-5ABA-BC7D-406E6831B5C5}" dt="2025-10-21T16:05:06.609" v="1626" actId="20577"/>
          <ac:spMkLst>
            <pc:docMk/>
            <pc:sldMk cId="823831652" sldId="2147474208"/>
            <ac:spMk id="3" creationId="{47F5DEB5-AD46-91F6-989C-0D24AED95E0F}"/>
          </ac:spMkLst>
        </pc:spChg>
        <pc:spChg chg="mod">
          <ac:chgData name="Bill Karpovich" userId="08b277c5-ecaf-4046-91f2-391dc19b2030" providerId="ADAL" clId="{5DABE388-9835-5ABA-BC7D-406E6831B5C5}" dt="2025-10-21T16:03:06.495" v="1486" actId="408"/>
          <ac:spMkLst>
            <pc:docMk/>
            <pc:sldMk cId="823831652" sldId="2147474208"/>
            <ac:spMk id="4" creationId="{783B1C62-32F2-7290-81A8-3FED43A9EE02}"/>
          </ac:spMkLst>
        </pc:spChg>
        <pc:spChg chg="mod">
          <ac:chgData name="Bill Karpovich" userId="08b277c5-ecaf-4046-91f2-391dc19b2030" providerId="ADAL" clId="{5DABE388-9835-5ABA-BC7D-406E6831B5C5}" dt="2025-10-21T16:03:06.495" v="1486" actId="408"/>
          <ac:spMkLst>
            <pc:docMk/>
            <pc:sldMk cId="823831652" sldId="2147474208"/>
            <ac:spMk id="12" creationId="{ADDE94A0-A5C7-832F-84DE-6C9517B9016F}"/>
          </ac:spMkLst>
        </pc:spChg>
        <pc:spChg chg="mod">
          <ac:chgData name="Bill Karpovich" userId="08b277c5-ecaf-4046-91f2-391dc19b2030" providerId="ADAL" clId="{5DABE388-9835-5ABA-BC7D-406E6831B5C5}" dt="2025-10-21T16:03:06.495" v="1486" actId="408"/>
          <ac:spMkLst>
            <pc:docMk/>
            <pc:sldMk cId="823831652" sldId="2147474208"/>
            <ac:spMk id="13" creationId="{8E3CC82E-EF6A-C1F2-F31E-DAE7DF9AFEFF}"/>
          </ac:spMkLst>
        </pc:spChg>
        <pc:spChg chg="mod">
          <ac:chgData name="Bill Karpovich" userId="08b277c5-ecaf-4046-91f2-391dc19b2030" providerId="ADAL" clId="{5DABE388-9835-5ABA-BC7D-406E6831B5C5}" dt="2025-10-21T16:01:00.453" v="1431" actId="20577"/>
          <ac:spMkLst>
            <pc:docMk/>
            <pc:sldMk cId="823831652" sldId="2147474208"/>
            <ac:spMk id="20" creationId="{4402409C-1E61-47A6-1BAB-09E001DF8A09}"/>
          </ac:spMkLst>
        </pc:spChg>
        <pc:picChg chg="add mod">
          <ac:chgData name="Bill Karpovich" userId="08b277c5-ecaf-4046-91f2-391dc19b2030" providerId="ADAL" clId="{5DABE388-9835-5ABA-BC7D-406E6831B5C5}" dt="2025-10-21T16:11:22.932" v="1631" actId="1076"/>
          <ac:picMkLst>
            <pc:docMk/>
            <pc:sldMk cId="823831652" sldId="2147474208"/>
            <ac:picMk id="5" creationId="{9A19F5E3-C765-FC05-F870-E40AFBF63C18}"/>
          </ac:picMkLst>
        </pc:picChg>
      </pc:sldChg>
      <pc:sldChg chg="addSp delSp modSp add mod ord">
        <pc:chgData name="Bill Karpovich" userId="08b277c5-ecaf-4046-91f2-391dc19b2030" providerId="ADAL" clId="{5DABE388-9835-5ABA-BC7D-406E6831B5C5}" dt="2025-10-21T16:18:09.156" v="1913" actId="1076"/>
        <pc:sldMkLst>
          <pc:docMk/>
          <pc:sldMk cId="1463477684" sldId="2147474209"/>
        </pc:sldMkLst>
        <pc:spChg chg="mod">
          <ac:chgData name="Bill Karpovich" userId="08b277c5-ecaf-4046-91f2-391dc19b2030" providerId="ADAL" clId="{5DABE388-9835-5ABA-BC7D-406E6831B5C5}" dt="2025-10-21T16:14:48.502" v="1681" actId="20577"/>
          <ac:spMkLst>
            <pc:docMk/>
            <pc:sldMk cId="1463477684" sldId="2147474209"/>
            <ac:spMk id="2" creationId="{96FB1BB3-9AA9-F16E-6767-612667808C3E}"/>
          </ac:spMkLst>
        </pc:spChg>
        <pc:spChg chg="add mod">
          <ac:chgData name="Bill Karpovich" userId="08b277c5-ecaf-4046-91f2-391dc19b2030" providerId="ADAL" clId="{5DABE388-9835-5ABA-BC7D-406E6831B5C5}" dt="2025-10-21T16:18:09.156" v="1913" actId="1076"/>
          <ac:spMkLst>
            <pc:docMk/>
            <pc:sldMk cId="1463477684" sldId="2147474209"/>
            <ac:spMk id="7" creationId="{7D73FC05-E545-F4C5-2F0D-42372235DE40}"/>
          </ac:spMkLst>
        </pc:spChg>
        <pc:spChg chg="mod">
          <ac:chgData name="Bill Karpovich" userId="08b277c5-ecaf-4046-91f2-391dc19b2030" providerId="ADAL" clId="{5DABE388-9835-5ABA-BC7D-406E6831B5C5}" dt="2025-10-21T16:14:36.310" v="1653" actId="1076"/>
          <ac:spMkLst>
            <pc:docMk/>
            <pc:sldMk cId="1463477684" sldId="2147474209"/>
            <ac:spMk id="11" creationId="{39C2A9B2-0455-3A5A-2F54-09A537DF5D38}"/>
          </ac:spMkLst>
        </pc:spChg>
        <pc:spChg chg="mod">
          <ac:chgData name="Bill Karpovich" userId="08b277c5-ecaf-4046-91f2-391dc19b2030" providerId="ADAL" clId="{5DABE388-9835-5ABA-BC7D-406E6831B5C5}" dt="2025-10-21T16:14:36.310" v="1653" actId="1076"/>
          <ac:spMkLst>
            <pc:docMk/>
            <pc:sldMk cId="1463477684" sldId="2147474209"/>
            <ac:spMk id="12" creationId="{95A3FFEE-DB9A-C973-D0F3-E8F5BA758C18}"/>
          </ac:spMkLst>
        </pc:spChg>
        <pc:spChg chg="mod">
          <ac:chgData name="Bill Karpovich" userId="08b277c5-ecaf-4046-91f2-391dc19b2030" providerId="ADAL" clId="{5DABE388-9835-5ABA-BC7D-406E6831B5C5}" dt="2025-10-21T16:14:36.310" v="1653" actId="1076"/>
          <ac:spMkLst>
            <pc:docMk/>
            <pc:sldMk cId="1463477684" sldId="2147474209"/>
            <ac:spMk id="13" creationId="{599985EC-4FF0-F881-58B6-0E4731C0B539}"/>
          </ac:spMkLst>
        </pc:spChg>
        <pc:picChg chg="add mod">
          <ac:chgData name="Bill Karpovich" userId="08b277c5-ecaf-4046-91f2-391dc19b2030" providerId="ADAL" clId="{5DABE388-9835-5ABA-BC7D-406E6831B5C5}" dt="2025-10-21T16:14:40.100" v="1655" actId="1076"/>
          <ac:picMkLst>
            <pc:docMk/>
            <pc:sldMk cId="1463477684" sldId="2147474209"/>
            <ac:picMk id="6" creationId="{7C1D970C-26C9-F67C-AEC0-7D9AD0C1C280}"/>
          </ac:picMkLst>
        </pc:picChg>
      </pc:sldChg>
      <pc:sldChg chg="add">
        <pc:chgData name="Bill Karpovich" userId="08b277c5-ecaf-4046-91f2-391dc19b2030" providerId="ADAL" clId="{5DABE388-9835-5ABA-BC7D-406E6831B5C5}" dt="2025-10-21T16:20:52.689" v="1936"/>
        <pc:sldMkLst>
          <pc:docMk/>
          <pc:sldMk cId="1344608185" sldId="2147474211"/>
        </pc:sldMkLst>
      </pc:sldChg>
      <pc:sldChg chg="modSp mod">
        <pc:chgData name="Bill Karpovich" userId="08b277c5-ecaf-4046-91f2-391dc19b2030" providerId="ADAL" clId="{5DABE388-9835-5ABA-BC7D-406E6831B5C5}" dt="2025-10-22T17:48:10.672" v="3208" actId="20577"/>
        <pc:sldMkLst>
          <pc:docMk/>
          <pc:sldMk cId="631145913" sldId="2147474238"/>
        </pc:sldMkLst>
        <pc:spChg chg="mod">
          <ac:chgData name="Bill Karpovich" userId="08b277c5-ecaf-4046-91f2-391dc19b2030" providerId="ADAL" clId="{5DABE388-9835-5ABA-BC7D-406E6831B5C5}" dt="2025-10-22T17:48:10.672" v="3208" actId="20577"/>
          <ac:spMkLst>
            <pc:docMk/>
            <pc:sldMk cId="631145913" sldId="2147474238"/>
            <ac:spMk id="18" creationId="{67A810C7-62C1-016E-0551-8537E5978B5D}"/>
          </ac:spMkLst>
        </pc:spChg>
      </pc:sldChg>
      <pc:sldChg chg="ord">
        <pc:chgData name="Bill Karpovich" userId="08b277c5-ecaf-4046-91f2-391dc19b2030" providerId="ADAL" clId="{5DABE388-9835-5ABA-BC7D-406E6831B5C5}" dt="2025-10-22T16:28:28.766" v="3194"/>
        <pc:sldMkLst>
          <pc:docMk/>
          <pc:sldMk cId="1005678011" sldId="2147474240"/>
        </pc:sldMkLst>
      </pc:sldChg>
      <pc:sldChg chg="ord">
        <pc:chgData name="Bill Karpovich" userId="08b277c5-ecaf-4046-91f2-391dc19b2030" providerId="ADAL" clId="{5DABE388-9835-5ABA-BC7D-406E6831B5C5}" dt="2025-10-22T16:28:48.473" v="3198" actId="20578"/>
        <pc:sldMkLst>
          <pc:docMk/>
          <pc:sldMk cId="2646786411" sldId="2147474244"/>
        </pc:sldMkLst>
      </pc:sldChg>
      <pc:sldChg chg="add ord">
        <pc:chgData name="Bill Karpovich" userId="08b277c5-ecaf-4046-91f2-391dc19b2030" providerId="ADAL" clId="{5DABE388-9835-5ABA-BC7D-406E6831B5C5}" dt="2025-10-22T16:28:28.766" v="3194"/>
        <pc:sldMkLst>
          <pc:docMk/>
          <pc:sldMk cId="960898240" sldId="2147474246"/>
        </pc:sldMkLst>
      </pc:sldChg>
      <pc:sldChg chg="delSp modSp add mod">
        <pc:chgData name="Bill Karpovich" userId="08b277c5-ecaf-4046-91f2-391dc19b2030" providerId="ADAL" clId="{5DABE388-9835-5ABA-BC7D-406E6831B5C5}" dt="2025-10-22T16:28:05.493" v="3191" actId="20577"/>
        <pc:sldMkLst>
          <pc:docMk/>
          <pc:sldMk cId="3602510472" sldId="2147474247"/>
        </pc:sldMkLst>
        <pc:spChg chg="mod">
          <ac:chgData name="Bill Karpovich" userId="08b277c5-ecaf-4046-91f2-391dc19b2030" providerId="ADAL" clId="{5DABE388-9835-5ABA-BC7D-406E6831B5C5}" dt="2025-10-22T16:28:05.493" v="3191" actId="20577"/>
          <ac:spMkLst>
            <pc:docMk/>
            <pc:sldMk cId="3602510472" sldId="2147474247"/>
            <ac:spMk id="3" creationId="{ABB5DCBE-4D5D-FD36-302E-F90FD6B16F03}"/>
          </ac:spMkLst>
        </pc:spChg>
      </pc:sldChg>
      <pc:sldChg chg="modSp mod">
        <pc:chgData name="Bill Karpovich" userId="08b277c5-ecaf-4046-91f2-391dc19b2030" providerId="ADAL" clId="{5DABE388-9835-5ABA-BC7D-406E6831B5C5}" dt="2025-10-22T17:49:42.090" v="3232" actId="20577"/>
        <pc:sldMkLst>
          <pc:docMk/>
          <pc:sldMk cId="2888666635" sldId="2147474278"/>
        </pc:sldMkLst>
        <pc:spChg chg="mod">
          <ac:chgData name="Bill Karpovich" userId="08b277c5-ecaf-4046-91f2-391dc19b2030" providerId="ADAL" clId="{5DABE388-9835-5ABA-BC7D-406E6831B5C5}" dt="2025-10-22T17:49:42.090" v="3232" actId="20577"/>
          <ac:spMkLst>
            <pc:docMk/>
            <pc:sldMk cId="2888666635" sldId="2147474278"/>
            <ac:spMk id="2" creationId="{0B963D6A-7237-DCD5-A3E9-1E6EB53BA6B9}"/>
          </ac:spMkLst>
        </pc:spChg>
      </pc:sldChg>
      <pc:sldMasterChg chg="addSp modSp mod modSldLayout">
        <pc:chgData name="Bill Karpovich" userId="08b277c5-ecaf-4046-91f2-391dc19b2030" providerId="ADAL" clId="{5DABE388-9835-5ABA-BC7D-406E6831B5C5}" dt="2025-10-21T15:56:22.627" v="1385" actId="1076"/>
        <pc:sldMasterMkLst>
          <pc:docMk/>
          <pc:sldMasterMk cId="704855129" sldId="2147483648"/>
        </pc:sldMasterMkLst>
        <pc:spChg chg="mod">
          <ac:chgData name="Bill Karpovich" userId="08b277c5-ecaf-4046-91f2-391dc19b2030" providerId="ADAL" clId="{5DABE388-9835-5ABA-BC7D-406E6831B5C5}" dt="2025-10-21T15:55:44.949" v="1379" actId="14100"/>
          <ac:spMkLst>
            <pc:docMk/>
            <pc:sldMasterMk cId="704855129" sldId="2147483648"/>
            <ac:spMk id="6" creationId="{18E1AAC7-9BD0-D3B2-E5C1-41F64D41E3FF}"/>
          </ac:spMkLst>
        </pc:spChg>
        <pc:picChg chg="add mod">
          <ac:chgData name="Bill Karpovich" userId="08b277c5-ecaf-4046-91f2-391dc19b2030" providerId="ADAL" clId="{5DABE388-9835-5ABA-BC7D-406E6831B5C5}" dt="2025-10-21T15:56:22.627" v="1385" actId="1076"/>
          <ac:picMkLst>
            <pc:docMk/>
            <pc:sldMasterMk cId="704855129" sldId="2147483648"/>
            <ac:picMk id="7" creationId="{F42F3D79-6CEF-CC39-7794-7AFC5F8909BD}"/>
          </ac:picMkLst>
        </pc:picChg>
        <pc:sldLayoutChg chg="delSp mod">
          <pc:chgData name="Bill Karpovich" userId="08b277c5-ecaf-4046-91f2-391dc19b2030" providerId="ADAL" clId="{5DABE388-9835-5ABA-BC7D-406E6831B5C5}" dt="2025-10-21T15:55:37.248" v="1376" actId="21"/>
          <pc:sldLayoutMkLst>
            <pc:docMk/>
            <pc:sldMasterMk cId="704855129" sldId="2147483648"/>
            <pc:sldLayoutMk cId="3063761844" sldId="2147483650"/>
          </pc:sldLayoutMkLst>
        </pc:sldLayoutChg>
        <pc:sldLayoutChg chg="addSp delSp modSp mod">
          <pc:chgData name="Bill Karpovich" userId="08b277c5-ecaf-4046-91f2-391dc19b2030" providerId="ADAL" clId="{5DABE388-9835-5ABA-BC7D-406E6831B5C5}" dt="2025-10-21T15:56:07.954" v="1382" actId="478"/>
          <pc:sldLayoutMkLst>
            <pc:docMk/>
            <pc:sldMasterMk cId="704855129" sldId="2147483648"/>
            <pc:sldLayoutMk cId="1876413819" sldId="2147483685"/>
          </pc:sldLayoutMkLst>
          <pc:spChg chg="mod">
            <ac:chgData name="Bill Karpovich" userId="08b277c5-ecaf-4046-91f2-391dc19b2030" providerId="ADAL" clId="{5DABE388-9835-5ABA-BC7D-406E6831B5C5}" dt="2025-10-21T15:18:13.752" v="1338" actId="14100"/>
            <ac:spMkLst>
              <pc:docMk/>
              <pc:sldMasterMk cId="704855129" sldId="2147483648"/>
              <pc:sldLayoutMk cId="1876413819" sldId="2147483685"/>
              <ac:spMk id="5" creationId="{E0B1F35D-44AF-C5D6-77CF-D88B70B2FA2A}"/>
            </ac:spMkLst>
          </pc:spChg>
        </pc:sldLayoutChg>
      </pc:sldMasterChg>
    </pc:docChg>
  </pc:docChgLst>
  <pc:docChgLst>
    <pc:chgData name="Bojan Cubela" userId="8e0f3e2b-9b1d-4a7a-832f-993d512d5f9c" providerId="ADAL" clId="{24DC15FF-54D3-5457-BCA9-AE6B05F2B0C1}"/>
    <pc:docChg chg="undo redo custSel addSld delSld modSld sldOrd modMainMaster modSection">
      <pc:chgData name="Bojan Cubela" userId="8e0f3e2b-9b1d-4a7a-832f-993d512d5f9c" providerId="ADAL" clId="{24DC15FF-54D3-5457-BCA9-AE6B05F2B0C1}" dt="2025-10-26T19:03:45.838" v="6564" actId="122"/>
      <pc:docMkLst>
        <pc:docMk/>
      </pc:docMkLst>
      <pc:sldChg chg="modSp mod">
        <pc:chgData name="Bojan Cubela" userId="8e0f3e2b-9b1d-4a7a-832f-993d512d5f9c" providerId="ADAL" clId="{24DC15FF-54D3-5457-BCA9-AE6B05F2B0C1}" dt="2025-10-22T19:20:42.890" v="6327" actId="2711"/>
        <pc:sldMkLst>
          <pc:docMk/>
          <pc:sldMk cId="2458943921" sldId="2147473936"/>
        </pc:sldMkLst>
        <pc:graphicFrameChg chg="mod">
          <ac:chgData name="Bojan Cubela" userId="8e0f3e2b-9b1d-4a7a-832f-993d512d5f9c" providerId="ADAL" clId="{24DC15FF-54D3-5457-BCA9-AE6B05F2B0C1}" dt="2025-10-22T19:20:31.527" v="6326" actId="2711"/>
          <ac:graphicFrameMkLst>
            <pc:docMk/>
            <pc:sldMk cId="2458943921" sldId="2147473936"/>
            <ac:graphicFrameMk id="13" creationId="{BB2178B3-C4EC-77AF-C3E6-7941201C9872}"/>
          </ac:graphicFrameMkLst>
        </pc:graphicFrameChg>
        <pc:graphicFrameChg chg="mod">
          <ac:chgData name="Bojan Cubela" userId="8e0f3e2b-9b1d-4a7a-832f-993d512d5f9c" providerId="ADAL" clId="{24DC15FF-54D3-5457-BCA9-AE6B05F2B0C1}" dt="2025-10-22T19:20:42.890" v="6327" actId="2711"/>
          <ac:graphicFrameMkLst>
            <pc:docMk/>
            <pc:sldMk cId="2458943921" sldId="2147473936"/>
            <ac:graphicFrameMk id="14" creationId="{35DED4D7-E307-499A-7525-BAEE0E442646}"/>
          </ac:graphicFrameMkLst>
        </pc:graphicFrameChg>
        <pc:graphicFrameChg chg="modGraphic">
          <ac:chgData name="Bojan Cubela" userId="8e0f3e2b-9b1d-4a7a-832f-993d512d5f9c" providerId="ADAL" clId="{24DC15FF-54D3-5457-BCA9-AE6B05F2B0C1}" dt="2025-10-22T19:19:06.036" v="6316" actId="2711"/>
          <ac:graphicFrameMkLst>
            <pc:docMk/>
            <pc:sldMk cId="2458943921" sldId="2147473936"/>
            <ac:graphicFrameMk id="15" creationId="{807ABC7B-0016-8EED-2F0E-E8680660F73E}"/>
          </ac:graphicFrameMkLst>
        </pc:graphicFrameChg>
      </pc:sldChg>
      <pc:sldChg chg="modSp mod">
        <pc:chgData name="Bojan Cubela" userId="8e0f3e2b-9b1d-4a7a-832f-993d512d5f9c" providerId="ADAL" clId="{24DC15FF-54D3-5457-BCA9-AE6B05F2B0C1}" dt="2025-10-22T19:40:47.212" v="6333" actId="20577"/>
        <pc:sldMkLst>
          <pc:docMk/>
          <pc:sldMk cId="1239975019" sldId="2147473937"/>
        </pc:sldMkLst>
        <pc:spChg chg="mod">
          <ac:chgData name="Bojan Cubela" userId="8e0f3e2b-9b1d-4a7a-832f-993d512d5f9c" providerId="ADAL" clId="{24DC15FF-54D3-5457-BCA9-AE6B05F2B0C1}" dt="2025-10-22T19:40:47.212" v="6333" actId="20577"/>
          <ac:spMkLst>
            <pc:docMk/>
            <pc:sldMk cId="1239975019" sldId="2147473937"/>
            <ac:spMk id="5" creationId="{F3B0F6BA-E6D2-2B37-DB70-FE678885D96C}"/>
          </ac:spMkLst>
        </pc:spChg>
        <pc:graphicFrameChg chg="mod modGraphic">
          <ac:chgData name="Bojan Cubela" userId="8e0f3e2b-9b1d-4a7a-832f-993d512d5f9c" providerId="ADAL" clId="{24DC15FF-54D3-5457-BCA9-AE6B05F2B0C1}" dt="2025-10-22T19:22:26.893" v="6331" actId="14100"/>
          <ac:graphicFrameMkLst>
            <pc:docMk/>
            <pc:sldMk cId="1239975019" sldId="2147473937"/>
            <ac:graphicFrameMk id="15" creationId="{0D29DAE8-8754-C389-8306-D1F514E39C5E}"/>
          </ac:graphicFrameMkLst>
        </pc:graphicFrameChg>
      </pc:sldChg>
      <pc:sldChg chg="modSp mod">
        <pc:chgData name="Bojan Cubela" userId="8e0f3e2b-9b1d-4a7a-832f-993d512d5f9c" providerId="ADAL" clId="{24DC15FF-54D3-5457-BCA9-AE6B05F2B0C1}" dt="2025-10-22T19:42:37.988" v="6335" actId="2711"/>
        <pc:sldMkLst>
          <pc:docMk/>
          <pc:sldMk cId="2931369808" sldId="2147473938"/>
        </pc:sldMkLst>
        <pc:spChg chg="mod">
          <ac:chgData name="Bojan Cubela" userId="8e0f3e2b-9b1d-4a7a-832f-993d512d5f9c" providerId="ADAL" clId="{24DC15FF-54D3-5457-BCA9-AE6B05F2B0C1}" dt="2025-10-22T19:42:37.988" v="6335" actId="2711"/>
          <ac:spMkLst>
            <pc:docMk/>
            <pc:sldMk cId="2931369808" sldId="2147473938"/>
            <ac:spMk id="11" creationId="{A259DDDC-8253-3144-26E9-704E8BB61525}"/>
          </ac:spMkLst>
        </pc:spChg>
        <pc:spChg chg="mod">
          <ac:chgData name="Bojan Cubela" userId="8e0f3e2b-9b1d-4a7a-832f-993d512d5f9c" providerId="ADAL" clId="{24DC15FF-54D3-5457-BCA9-AE6B05F2B0C1}" dt="2025-10-22T19:42:37.988" v="6335" actId="2711"/>
          <ac:spMkLst>
            <pc:docMk/>
            <pc:sldMk cId="2931369808" sldId="2147473938"/>
            <ac:spMk id="12" creationId="{5032D4CC-240D-AECA-DEE8-6E434CCCB74B}"/>
          </ac:spMkLst>
        </pc:spChg>
        <pc:spChg chg="mod">
          <ac:chgData name="Bojan Cubela" userId="8e0f3e2b-9b1d-4a7a-832f-993d512d5f9c" providerId="ADAL" clId="{24DC15FF-54D3-5457-BCA9-AE6B05F2B0C1}" dt="2025-10-22T19:42:37.988" v="6335" actId="2711"/>
          <ac:spMkLst>
            <pc:docMk/>
            <pc:sldMk cId="2931369808" sldId="2147473938"/>
            <ac:spMk id="13" creationId="{A2272ED9-8B09-98FA-1633-70DCF672E1F1}"/>
          </ac:spMkLst>
        </pc:spChg>
        <pc:spChg chg="mod">
          <ac:chgData name="Bojan Cubela" userId="8e0f3e2b-9b1d-4a7a-832f-993d512d5f9c" providerId="ADAL" clId="{24DC15FF-54D3-5457-BCA9-AE6B05F2B0C1}" dt="2025-10-22T19:42:37.988" v="6335" actId="2711"/>
          <ac:spMkLst>
            <pc:docMk/>
            <pc:sldMk cId="2931369808" sldId="2147473938"/>
            <ac:spMk id="16" creationId="{BE363075-3E53-EAF8-C47F-646D20553C91}"/>
          </ac:spMkLst>
        </pc:spChg>
        <pc:spChg chg="mod">
          <ac:chgData name="Bojan Cubela" userId="8e0f3e2b-9b1d-4a7a-832f-993d512d5f9c" providerId="ADAL" clId="{24DC15FF-54D3-5457-BCA9-AE6B05F2B0C1}" dt="2025-10-22T19:42:37.988" v="6335" actId="2711"/>
          <ac:spMkLst>
            <pc:docMk/>
            <pc:sldMk cId="2931369808" sldId="2147473938"/>
            <ac:spMk id="17" creationId="{DC2EC2CC-36EA-1ACD-D64E-2D841AD0E7ED}"/>
          </ac:spMkLst>
        </pc:spChg>
        <pc:spChg chg="mod">
          <ac:chgData name="Bojan Cubela" userId="8e0f3e2b-9b1d-4a7a-832f-993d512d5f9c" providerId="ADAL" clId="{24DC15FF-54D3-5457-BCA9-AE6B05F2B0C1}" dt="2025-10-22T19:42:37.988" v="6335" actId="2711"/>
          <ac:spMkLst>
            <pc:docMk/>
            <pc:sldMk cId="2931369808" sldId="2147473938"/>
            <ac:spMk id="19" creationId="{050C4DA4-63E8-970A-FA37-3CADFC745E86}"/>
          </ac:spMkLst>
        </pc:spChg>
        <pc:spChg chg="mod">
          <ac:chgData name="Bojan Cubela" userId="8e0f3e2b-9b1d-4a7a-832f-993d512d5f9c" providerId="ADAL" clId="{24DC15FF-54D3-5457-BCA9-AE6B05F2B0C1}" dt="2025-10-22T19:42:37.988" v="6335" actId="2711"/>
          <ac:spMkLst>
            <pc:docMk/>
            <pc:sldMk cId="2931369808" sldId="2147473938"/>
            <ac:spMk id="20" creationId="{33021D4F-4E3B-5032-9074-20EF2BB253F4}"/>
          </ac:spMkLst>
        </pc:spChg>
        <pc:spChg chg="mod">
          <ac:chgData name="Bojan Cubela" userId="8e0f3e2b-9b1d-4a7a-832f-993d512d5f9c" providerId="ADAL" clId="{24DC15FF-54D3-5457-BCA9-AE6B05F2B0C1}" dt="2025-10-22T19:42:37.988" v="6335" actId="2711"/>
          <ac:spMkLst>
            <pc:docMk/>
            <pc:sldMk cId="2931369808" sldId="2147473938"/>
            <ac:spMk id="21" creationId="{1AB44BFC-DABF-3AF0-0D89-1E1AFE1B9FD4}"/>
          </ac:spMkLst>
        </pc:spChg>
        <pc:spChg chg="mod">
          <ac:chgData name="Bojan Cubela" userId="8e0f3e2b-9b1d-4a7a-832f-993d512d5f9c" providerId="ADAL" clId="{24DC15FF-54D3-5457-BCA9-AE6B05F2B0C1}" dt="2025-10-22T19:42:37.988" v="6335" actId="2711"/>
          <ac:spMkLst>
            <pc:docMk/>
            <pc:sldMk cId="2931369808" sldId="2147473938"/>
            <ac:spMk id="23" creationId="{489B587B-10BC-556C-16F6-39CC5C7E0F9A}"/>
          </ac:spMkLst>
        </pc:spChg>
        <pc:spChg chg="mod">
          <ac:chgData name="Bojan Cubela" userId="8e0f3e2b-9b1d-4a7a-832f-993d512d5f9c" providerId="ADAL" clId="{24DC15FF-54D3-5457-BCA9-AE6B05F2B0C1}" dt="2025-10-22T19:42:37.988" v="6335" actId="2711"/>
          <ac:spMkLst>
            <pc:docMk/>
            <pc:sldMk cId="2931369808" sldId="2147473938"/>
            <ac:spMk id="24" creationId="{EBA7070E-969C-3D3E-B3AA-5CBDB61EA057}"/>
          </ac:spMkLst>
        </pc:spChg>
        <pc:graphicFrameChg chg="modGraphic">
          <ac:chgData name="Bojan Cubela" userId="8e0f3e2b-9b1d-4a7a-832f-993d512d5f9c" providerId="ADAL" clId="{24DC15FF-54D3-5457-BCA9-AE6B05F2B0C1}" dt="2025-10-22T19:42:20.301" v="6334" actId="2711"/>
          <ac:graphicFrameMkLst>
            <pc:docMk/>
            <pc:sldMk cId="2931369808" sldId="2147473938"/>
            <ac:graphicFrameMk id="5" creationId="{8EA87C67-9634-8879-1774-A39552EF5142}"/>
          </ac:graphicFrameMkLst>
        </pc:graphicFrameChg>
      </pc:sldChg>
      <pc:sldChg chg="modSp mod">
        <pc:chgData name="Bojan Cubela" userId="8e0f3e2b-9b1d-4a7a-832f-993d512d5f9c" providerId="ADAL" clId="{24DC15FF-54D3-5457-BCA9-AE6B05F2B0C1}" dt="2025-10-22T19:43:53.549" v="6340" actId="1076"/>
        <pc:sldMkLst>
          <pc:docMk/>
          <pc:sldMk cId="266678259" sldId="2147473939"/>
        </pc:sldMkLst>
        <pc:spChg chg="mod">
          <ac:chgData name="Bojan Cubela" userId="8e0f3e2b-9b1d-4a7a-832f-993d512d5f9c" providerId="ADAL" clId="{24DC15FF-54D3-5457-BCA9-AE6B05F2B0C1}" dt="2025-10-22T19:43:53.549" v="6340" actId="1076"/>
          <ac:spMkLst>
            <pc:docMk/>
            <pc:sldMk cId="266678259" sldId="2147473939"/>
            <ac:spMk id="8" creationId="{35C9BFFC-AE70-DEF4-3A53-307533E83419}"/>
          </ac:spMkLst>
        </pc:spChg>
        <pc:graphicFrameChg chg="mod modGraphic">
          <ac:chgData name="Bojan Cubela" userId="8e0f3e2b-9b1d-4a7a-832f-993d512d5f9c" providerId="ADAL" clId="{24DC15FF-54D3-5457-BCA9-AE6B05F2B0C1}" dt="2025-10-22T19:43:33.877" v="6339" actId="255"/>
          <ac:graphicFrameMkLst>
            <pc:docMk/>
            <pc:sldMk cId="266678259" sldId="2147473939"/>
            <ac:graphicFrameMk id="9" creationId="{72C0C2E4-304F-B868-E80B-6188352406D5}"/>
          </ac:graphicFrameMkLst>
        </pc:graphicFrameChg>
      </pc:sldChg>
      <pc:sldChg chg="modSp add mod ord">
        <pc:chgData name="Bojan Cubela" userId="8e0f3e2b-9b1d-4a7a-832f-993d512d5f9c" providerId="ADAL" clId="{24DC15FF-54D3-5457-BCA9-AE6B05F2B0C1}" dt="2025-10-22T18:08:15.320" v="6259" actId="20578"/>
        <pc:sldMkLst>
          <pc:docMk/>
          <pc:sldMk cId="1267471147" sldId="2147474184"/>
        </pc:sldMkLst>
        <pc:spChg chg="mod">
          <ac:chgData name="Bojan Cubela" userId="8e0f3e2b-9b1d-4a7a-832f-993d512d5f9c" providerId="ADAL" clId="{24DC15FF-54D3-5457-BCA9-AE6B05F2B0C1}" dt="2025-10-22T18:07:25.436" v="6257" actId="20577"/>
          <ac:spMkLst>
            <pc:docMk/>
            <pc:sldMk cId="1267471147" sldId="2147474184"/>
            <ac:spMk id="2" creationId="{C54FAEBA-C691-975F-C984-6B85B5062A24}"/>
          </ac:spMkLst>
        </pc:spChg>
        <pc:spChg chg="mod">
          <ac:chgData name="Bojan Cubela" userId="8e0f3e2b-9b1d-4a7a-832f-993d512d5f9c" providerId="ADAL" clId="{24DC15FF-54D3-5457-BCA9-AE6B05F2B0C1}" dt="2025-10-22T18:07:33.748" v="6258" actId="1076"/>
          <ac:spMkLst>
            <pc:docMk/>
            <pc:sldMk cId="1267471147" sldId="2147474184"/>
            <ac:spMk id="10" creationId="{06CABD61-CA3E-B0F6-75AD-52E1F3F0C711}"/>
          </ac:spMkLst>
        </pc:spChg>
        <pc:spChg chg="mod">
          <ac:chgData name="Bojan Cubela" userId="8e0f3e2b-9b1d-4a7a-832f-993d512d5f9c" providerId="ADAL" clId="{24DC15FF-54D3-5457-BCA9-AE6B05F2B0C1}" dt="2025-10-22T18:07:33.748" v="6258" actId="1076"/>
          <ac:spMkLst>
            <pc:docMk/>
            <pc:sldMk cId="1267471147" sldId="2147474184"/>
            <ac:spMk id="11" creationId="{25FDE506-D6E3-193E-E22E-B5741DA8A2C4}"/>
          </ac:spMkLst>
        </pc:spChg>
        <pc:spChg chg="mod">
          <ac:chgData name="Bojan Cubela" userId="8e0f3e2b-9b1d-4a7a-832f-993d512d5f9c" providerId="ADAL" clId="{24DC15FF-54D3-5457-BCA9-AE6B05F2B0C1}" dt="2025-10-22T18:07:33.748" v="6258" actId="1076"/>
          <ac:spMkLst>
            <pc:docMk/>
            <pc:sldMk cId="1267471147" sldId="2147474184"/>
            <ac:spMk id="14" creationId="{9AA5CBB9-50A2-CB60-7EFD-D562CCE4FDC6}"/>
          </ac:spMkLst>
        </pc:spChg>
        <pc:spChg chg="mod">
          <ac:chgData name="Bojan Cubela" userId="8e0f3e2b-9b1d-4a7a-832f-993d512d5f9c" providerId="ADAL" clId="{24DC15FF-54D3-5457-BCA9-AE6B05F2B0C1}" dt="2025-10-22T18:07:33.748" v="6258" actId="1076"/>
          <ac:spMkLst>
            <pc:docMk/>
            <pc:sldMk cId="1267471147" sldId="2147474184"/>
            <ac:spMk id="18" creationId="{38DF5C6F-70BE-16E7-C6A0-A8B4AF65989C}"/>
          </ac:spMkLst>
        </pc:spChg>
        <pc:spChg chg="mod">
          <ac:chgData name="Bojan Cubela" userId="8e0f3e2b-9b1d-4a7a-832f-993d512d5f9c" providerId="ADAL" clId="{24DC15FF-54D3-5457-BCA9-AE6B05F2B0C1}" dt="2025-10-22T18:07:33.748" v="6258" actId="1076"/>
          <ac:spMkLst>
            <pc:docMk/>
            <pc:sldMk cId="1267471147" sldId="2147474184"/>
            <ac:spMk id="19" creationId="{66932D6A-E628-289E-47DE-A3338B518C3C}"/>
          </ac:spMkLst>
        </pc:spChg>
        <pc:picChg chg="mod">
          <ac:chgData name="Bojan Cubela" userId="8e0f3e2b-9b1d-4a7a-832f-993d512d5f9c" providerId="ADAL" clId="{24DC15FF-54D3-5457-BCA9-AE6B05F2B0C1}" dt="2025-10-22T18:07:33.748" v="6258" actId="1076"/>
          <ac:picMkLst>
            <pc:docMk/>
            <pc:sldMk cId="1267471147" sldId="2147474184"/>
            <ac:picMk id="5" creationId="{88D54AB8-2175-B4A0-ADD5-4BE4B2FF52E3}"/>
          </ac:picMkLst>
        </pc:picChg>
        <pc:picChg chg="mod">
          <ac:chgData name="Bojan Cubela" userId="8e0f3e2b-9b1d-4a7a-832f-993d512d5f9c" providerId="ADAL" clId="{24DC15FF-54D3-5457-BCA9-AE6B05F2B0C1}" dt="2025-10-22T18:07:33.748" v="6258" actId="1076"/>
          <ac:picMkLst>
            <pc:docMk/>
            <pc:sldMk cId="1267471147" sldId="2147474184"/>
            <ac:picMk id="7" creationId="{7ACB0679-A363-2BE8-978E-71A8EA11CF36}"/>
          </ac:picMkLst>
        </pc:picChg>
        <pc:picChg chg="mod">
          <ac:chgData name="Bojan Cubela" userId="8e0f3e2b-9b1d-4a7a-832f-993d512d5f9c" providerId="ADAL" clId="{24DC15FF-54D3-5457-BCA9-AE6B05F2B0C1}" dt="2025-10-22T18:07:33.748" v="6258" actId="1076"/>
          <ac:picMkLst>
            <pc:docMk/>
            <pc:sldMk cId="1267471147" sldId="2147474184"/>
            <ac:picMk id="8" creationId="{C66567CF-E5AA-434D-9F0F-89BF160ADA33}"/>
          </ac:picMkLst>
        </pc:picChg>
        <pc:picChg chg="mod">
          <ac:chgData name="Bojan Cubela" userId="8e0f3e2b-9b1d-4a7a-832f-993d512d5f9c" providerId="ADAL" clId="{24DC15FF-54D3-5457-BCA9-AE6B05F2B0C1}" dt="2025-10-22T18:07:33.748" v="6258" actId="1076"/>
          <ac:picMkLst>
            <pc:docMk/>
            <pc:sldMk cId="1267471147" sldId="2147474184"/>
            <ac:picMk id="16" creationId="{645FE953-9C94-1214-D173-FDD0538914B0}"/>
          </ac:picMkLst>
        </pc:picChg>
        <pc:picChg chg="mod">
          <ac:chgData name="Bojan Cubela" userId="8e0f3e2b-9b1d-4a7a-832f-993d512d5f9c" providerId="ADAL" clId="{24DC15FF-54D3-5457-BCA9-AE6B05F2B0C1}" dt="2025-10-22T18:07:33.748" v="6258" actId="1076"/>
          <ac:picMkLst>
            <pc:docMk/>
            <pc:sldMk cId="1267471147" sldId="2147474184"/>
            <ac:picMk id="17" creationId="{86F65A25-B818-77B7-9268-78CC419EE425}"/>
          </ac:picMkLst>
        </pc:picChg>
      </pc:sldChg>
      <pc:sldChg chg="modSp mod">
        <pc:chgData name="Bojan Cubela" userId="8e0f3e2b-9b1d-4a7a-832f-993d512d5f9c" providerId="ADAL" clId="{24DC15FF-54D3-5457-BCA9-AE6B05F2B0C1}" dt="2025-10-22T18:17:52.869" v="6289" actId="20577"/>
        <pc:sldMkLst>
          <pc:docMk/>
          <pc:sldMk cId="1524899496" sldId="2147474188"/>
        </pc:sldMkLst>
        <pc:spChg chg="mod">
          <ac:chgData name="Bojan Cubela" userId="8e0f3e2b-9b1d-4a7a-832f-993d512d5f9c" providerId="ADAL" clId="{24DC15FF-54D3-5457-BCA9-AE6B05F2B0C1}" dt="2025-10-22T18:17:52.869" v="6289" actId="20577"/>
          <ac:spMkLst>
            <pc:docMk/>
            <pc:sldMk cId="1524899496" sldId="2147474188"/>
            <ac:spMk id="2" creationId="{685D544D-6DB2-13A8-E4ED-9DA6C5BC8700}"/>
          </ac:spMkLst>
        </pc:spChg>
        <pc:spChg chg="mod">
          <ac:chgData name="Bojan Cubela" userId="8e0f3e2b-9b1d-4a7a-832f-993d512d5f9c" providerId="ADAL" clId="{24DC15FF-54D3-5457-BCA9-AE6B05F2B0C1}" dt="2025-10-22T17:43:51.738" v="5979" actId="1076"/>
          <ac:spMkLst>
            <pc:docMk/>
            <pc:sldMk cId="1524899496" sldId="2147474188"/>
            <ac:spMk id="6" creationId="{9842A1CD-E509-21C3-4501-584842D40423}"/>
          </ac:spMkLst>
        </pc:spChg>
      </pc:sldChg>
      <pc:sldChg chg="modSp mod">
        <pc:chgData name="Bojan Cubela" userId="8e0f3e2b-9b1d-4a7a-832f-993d512d5f9c" providerId="ADAL" clId="{24DC15FF-54D3-5457-BCA9-AE6B05F2B0C1}" dt="2025-10-22T17:46:44.043" v="5996" actId="1076"/>
        <pc:sldMkLst>
          <pc:docMk/>
          <pc:sldMk cId="1022329630" sldId="2147474190"/>
        </pc:sldMkLst>
        <pc:spChg chg="mod">
          <ac:chgData name="Bojan Cubela" userId="8e0f3e2b-9b1d-4a7a-832f-993d512d5f9c" providerId="ADAL" clId="{24DC15FF-54D3-5457-BCA9-AE6B05F2B0C1}" dt="2025-10-22T17:46:44.043" v="5996" actId="1076"/>
          <ac:spMkLst>
            <pc:docMk/>
            <pc:sldMk cId="1022329630" sldId="2147474190"/>
            <ac:spMk id="6" creationId="{A6858EB6-6539-A1CA-C887-8888623253EE}"/>
          </ac:spMkLst>
        </pc:spChg>
      </pc:sldChg>
      <pc:sldChg chg="modSp mod">
        <pc:chgData name="Bojan Cubela" userId="8e0f3e2b-9b1d-4a7a-832f-993d512d5f9c" providerId="ADAL" clId="{24DC15FF-54D3-5457-BCA9-AE6B05F2B0C1}" dt="2025-10-22T18:27:19.883" v="6315" actId="207"/>
        <pc:sldMkLst>
          <pc:docMk/>
          <pc:sldMk cId="3638352407" sldId="2147474192"/>
        </pc:sldMkLst>
        <pc:spChg chg="mod">
          <ac:chgData name="Bojan Cubela" userId="8e0f3e2b-9b1d-4a7a-832f-993d512d5f9c" providerId="ADAL" clId="{24DC15FF-54D3-5457-BCA9-AE6B05F2B0C1}" dt="2025-10-22T18:27:19.883" v="6315" actId="207"/>
          <ac:spMkLst>
            <pc:docMk/>
            <pc:sldMk cId="3638352407" sldId="2147474192"/>
            <ac:spMk id="11" creationId="{C83FEC59-C77A-B635-46F0-145D90D1011C}"/>
          </ac:spMkLst>
        </pc:spChg>
        <pc:graphicFrameChg chg="mod modGraphic">
          <ac:chgData name="Bojan Cubela" userId="8e0f3e2b-9b1d-4a7a-832f-993d512d5f9c" providerId="ADAL" clId="{24DC15FF-54D3-5457-BCA9-AE6B05F2B0C1}" dt="2025-10-22T18:26:54.624" v="6312" actId="20577"/>
          <ac:graphicFrameMkLst>
            <pc:docMk/>
            <pc:sldMk cId="3638352407" sldId="2147474192"/>
            <ac:graphicFrameMk id="6" creationId="{82D35812-8097-BC99-4570-49B9BE1304D6}"/>
          </ac:graphicFrameMkLst>
        </pc:graphicFrameChg>
      </pc:sldChg>
      <pc:sldChg chg="modSp mod">
        <pc:chgData name="Bojan Cubela" userId="8e0f3e2b-9b1d-4a7a-832f-993d512d5f9c" providerId="ADAL" clId="{24DC15FF-54D3-5457-BCA9-AE6B05F2B0C1}" dt="2025-10-22T18:26:23.072" v="6308" actId="2711"/>
        <pc:sldMkLst>
          <pc:docMk/>
          <pc:sldMk cId="2558030581" sldId="2147474193"/>
        </pc:sldMkLst>
        <pc:spChg chg="mod">
          <ac:chgData name="Bojan Cubela" userId="8e0f3e2b-9b1d-4a7a-832f-993d512d5f9c" providerId="ADAL" clId="{24DC15FF-54D3-5457-BCA9-AE6B05F2B0C1}" dt="2025-10-22T17:45:21.211" v="5992" actId="20577"/>
          <ac:spMkLst>
            <pc:docMk/>
            <pc:sldMk cId="2558030581" sldId="2147474193"/>
            <ac:spMk id="2" creationId="{822202D8-4EC6-C0F5-D2C9-753EAEB28C19}"/>
          </ac:spMkLst>
        </pc:spChg>
        <pc:spChg chg="mod">
          <ac:chgData name="Bojan Cubela" userId="8e0f3e2b-9b1d-4a7a-832f-993d512d5f9c" providerId="ADAL" clId="{24DC15FF-54D3-5457-BCA9-AE6B05F2B0C1}" dt="2025-10-22T17:45:09.270" v="5989" actId="20577"/>
          <ac:spMkLst>
            <pc:docMk/>
            <pc:sldMk cId="2558030581" sldId="2147474193"/>
            <ac:spMk id="5" creationId="{2869241A-4D36-B379-73C4-37CB5A9EEB5C}"/>
          </ac:spMkLst>
        </pc:spChg>
        <pc:graphicFrameChg chg="modGraphic">
          <ac:chgData name="Bojan Cubela" userId="8e0f3e2b-9b1d-4a7a-832f-993d512d5f9c" providerId="ADAL" clId="{24DC15FF-54D3-5457-BCA9-AE6B05F2B0C1}" dt="2025-10-22T18:26:23.072" v="6308" actId="2711"/>
          <ac:graphicFrameMkLst>
            <pc:docMk/>
            <pc:sldMk cId="2558030581" sldId="2147474193"/>
            <ac:graphicFrameMk id="6" creationId="{CD62C00F-FDBA-3F4A-7C78-51058420DC6A}"/>
          </ac:graphicFrameMkLst>
        </pc:graphicFrameChg>
      </pc:sldChg>
      <pc:sldChg chg="addSp delSp modSp">
        <pc:chgData name="Bojan Cubela" userId="8e0f3e2b-9b1d-4a7a-832f-993d512d5f9c" providerId="ADAL" clId="{24DC15FF-54D3-5457-BCA9-AE6B05F2B0C1}" dt="2025-10-22T14:50:34.869" v="2814" actId="478"/>
        <pc:sldMkLst>
          <pc:docMk/>
          <pc:sldMk cId="1832740801" sldId="2147474196"/>
        </pc:sldMkLst>
      </pc:sldChg>
      <pc:sldChg chg="ord">
        <pc:chgData name="Bojan Cubela" userId="8e0f3e2b-9b1d-4a7a-832f-993d512d5f9c" providerId="ADAL" clId="{24DC15FF-54D3-5457-BCA9-AE6B05F2B0C1}" dt="2025-10-22T16:54:13.972" v="5194" actId="20578"/>
        <pc:sldMkLst>
          <pc:docMk/>
          <pc:sldMk cId="3339415815" sldId="2147474207"/>
        </pc:sldMkLst>
      </pc:sldChg>
      <pc:sldChg chg="addSp delSp modSp mod modNotesTx">
        <pc:chgData name="Bojan Cubela" userId="8e0f3e2b-9b1d-4a7a-832f-993d512d5f9c" providerId="ADAL" clId="{24DC15FF-54D3-5457-BCA9-AE6B05F2B0C1}" dt="2025-10-23T12:31:02.942" v="6343" actId="478"/>
        <pc:sldMkLst>
          <pc:docMk/>
          <pc:sldMk cId="823831652" sldId="2147474208"/>
        </pc:sldMkLst>
        <pc:spChg chg="mod">
          <ac:chgData name="Bojan Cubela" userId="8e0f3e2b-9b1d-4a7a-832f-993d512d5f9c" providerId="ADAL" clId="{24DC15FF-54D3-5457-BCA9-AE6B05F2B0C1}" dt="2025-10-22T14:13:59.044" v="1345" actId="1076"/>
          <ac:spMkLst>
            <pc:docMk/>
            <pc:sldMk cId="823831652" sldId="2147474208"/>
            <ac:spMk id="3" creationId="{47F5DEB5-AD46-91F6-989C-0D24AED95E0F}"/>
          </ac:spMkLst>
        </pc:spChg>
        <pc:spChg chg="add mod">
          <ac:chgData name="Bojan Cubela" userId="8e0f3e2b-9b1d-4a7a-832f-993d512d5f9c" providerId="ADAL" clId="{24DC15FF-54D3-5457-BCA9-AE6B05F2B0C1}" dt="2025-10-22T14:10:40.637" v="1260" actId="1076"/>
          <ac:spMkLst>
            <pc:docMk/>
            <pc:sldMk cId="823831652" sldId="2147474208"/>
            <ac:spMk id="11" creationId="{3BBFC16E-6D4D-093A-08CB-2E745DB7FD9A}"/>
          </ac:spMkLst>
        </pc:spChg>
        <pc:spChg chg="add mod">
          <ac:chgData name="Bojan Cubela" userId="8e0f3e2b-9b1d-4a7a-832f-993d512d5f9c" providerId="ADAL" clId="{24DC15FF-54D3-5457-BCA9-AE6B05F2B0C1}" dt="2025-10-22T14:10:40.637" v="1260" actId="1076"/>
          <ac:spMkLst>
            <pc:docMk/>
            <pc:sldMk cId="823831652" sldId="2147474208"/>
            <ac:spMk id="16" creationId="{422F75C4-C24E-7CA3-A6F9-B6D657EBBF22}"/>
          </ac:spMkLst>
        </pc:spChg>
        <pc:spChg chg="add mod">
          <ac:chgData name="Bojan Cubela" userId="8e0f3e2b-9b1d-4a7a-832f-993d512d5f9c" providerId="ADAL" clId="{24DC15FF-54D3-5457-BCA9-AE6B05F2B0C1}" dt="2025-10-22T14:10:40.637" v="1260" actId="1076"/>
          <ac:spMkLst>
            <pc:docMk/>
            <pc:sldMk cId="823831652" sldId="2147474208"/>
            <ac:spMk id="18" creationId="{7E5D303C-78EC-AAEB-B58D-7138BA6FB368}"/>
          </ac:spMkLst>
        </pc:spChg>
        <pc:spChg chg="mod">
          <ac:chgData name="Bojan Cubela" userId="8e0f3e2b-9b1d-4a7a-832f-993d512d5f9c" providerId="ADAL" clId="{24DC15FF-54D3-5457-BCA9-AE6B05F2B0C1}" dt="2025-10-21T20:40:24.449" v="555" actId="1076"/>
          <ac:spMkLst>
            <pc:docMk/>
            <pc:sldMk cId="823831652" sldId="2147474208"/>
            <ac:spMk id="20" creationId="{4402409C-1E61-47A6-1BAB-09E001DF8A09}"/>
          </ac:spMkLst>
        </pc:spChg>
        <pc:spChg chg="add mod">
          <ac:chgData name="Bojan Cubela" userId="8e0f3e2b-9b1d-4a7a-832f-993d512d5f9c" providerId="ADAL" clId="{24DC15FF-54D3-5457-BCA9-AE6B05F2B0C1}" dt="2025-10-22T14:11:24.403" v="1269" actId="1076"/>
          <ac:spMkLst>
            <pc:docMk/>
            <pc:sldMk cId="823831652" sldId="2147474208"/>
            <ac:spMk id="22" creationId="{8CBBE0B1-002B-2F11-9781-AB5095851513}"/>
          </ac:spMkLst>
        </pc:spChg>
        <pc:spChg chg="add mod">
          <ac:chgData name="Bojan Cubela" userId="8e0f3e2b-9b1d-4a7a-832f-993d512d5f9c" providerId="ADAL" clId="{24DC15FF-54D3-5457-BCA9-AE6B05F2B0C1}" dt="2025-10-22T14:11:24.403" v="1269" actId="1076"/>
          <ac:spMkLst>
            <pc:docMk/>
            <pc:sldMk cId="823831652" sldId="2147474208"/>
            <ac:spMk id="23" creationId="{5EB62E93-AEFF-73E1-8472-DD936D29EF0B}"/>
          </ac:spMkLst>
        </pc:spChg>
        <pc:spChg chg="add mod">
          <ac:chgData name="Bojan Cubela" userId="8e0f3e2b-9b1d-4a7a-832f-993d512d5f9c" providerId="ADAL" clId="{24DC15FF-54D3-5457-BCA9-AE6B05F2B0C1}" dt="2025-10-22T14:10:40.637" v="1260" actId="1076"/>
          <ac:spMkLst>
            <pc:docMk/>
            <pc:sldMk cId="823831652" sldId="2147474208"/>
            <ac:spMk id="30" creationId="{CDB40935-1E19-C3AB-5E06-C91FBD698823}"/>
          </ac:spMkLst>
        </pc:spChg>
        <pc:spChg chg="add mod">
          <ac:chgData name="Bojan Cubela" userId="8e0f3e2b-9b1d-4a7a-832f-993d512d5f9c" providerId="ADAL" clId="{24DC15FF-54D3-5457-BCA9-AE6B05F2B0C1}" dt="2025-10-22T14:10:40.637" v="1260" actId="1076"/>
          <ac:spMkLst>
            <pc:docMk/>
            <pc:sldMk cId="823831652" sldId="2147474208"/>
            <ac:spMk id="33" creationId="{E7D9DFAA-96CE-A3BD-6F1B-7F76B96F090D}"/>
          </ac:spMkLst>
        </pc:spChg>
        <pc:spChg chg="add mod">
          <ac:chgData name="Bojan Cubela" userId="8e0f3e2b-9b1d-4a7a-832f-993d512d5f9c" providerId="ADAL" clId="{24DC15FF-54D3-5457-BCA9-AE6B05F2B0C1}" dt="2025-10-22T14:11:24.403" v="1269" actId="1076"/>
          <ac:spMkLst>
            <pc:docMk/>
            <pc:sldMk cId="823831652" sldId="2147474208"/>
            <ac:spMk id="34" creationId="{B7297E88-FB5F-5F02-2701-33BED7CDD51B}"/>
          </ac:spMkLst>
        </pc:spChg>
        <pc:spChg chg="add mod">
          <ac:chgData name="Bojan Cubela" userId="8e0f3e2b-9b1d-4a7a-832f-993d512d5f9c" providerId="ADAL" clId="{24DC15FF-54D3-5457-BCA9-AE6B05F2B0C1}" dt="2025-10-22T14:11:32.607" v="1278" actId="20577"/>
          <ac:spMkLst>
            <pc:docMk/>
            <pc:sldMk cId="823831652" sldId="2147474208"/>
            <ac:spMk id="35" creationId="{5BCB94F5-A71E-E1C6-51F8-4231DDF75974}"/>
          </ac:spMkLst>
        </pc:spChg>
        <pc:spChg chg="add mod">
          <ac:chgData name="Bojan Cubela" userId="8e0f3e2b-9b1d-4a7a-832f-993d512d5f9c" providerId="ADAL" clId="{24DC15FF-54D3-5457-BCA9-AE6B05F2B0C1}" dt="2025-10-22T14:53:59.103" v="2875" actId="1076"/>
          <ac:spMkLst>
            <pc:docMk/>
            <pc:sldMk cId="823831652" sldId="2147474208"/>
            <ac:spMk id="38" creationId="{EB9EAB79-63AA-3AE1-BA18-4FCC85038F90}"/>
          </ac:spMkLst>
        </pc:spChg>
        <pc:spChg chg="add mod">
          <ac:chgData name="Bojan Cubela" userId="8e0f3e2b-9b1d-4a7a-832f-993d512d5f9c" providerId="ADAL" clId="{24DC15FF-54D3-5457-BCA9-AE6B05F2B0C1}" dt="2025-10-22T14:53:30.263" v="2873" actId="208"/>
          <ac:spMkLst>
            <pc:docMk/>
            <pc:sldMk cId="823831652" sldId="2147474208"/>
            <ac:spMk id="40" creationId="{10ED8D3E-8A9E-522C-3960-B5BDB8BC5D49}"/>
          </ac:spMkLst>
        </pc:spChg>
        <pc:grpChg chg="add mod">
          <ac:chgData name="Bojan Cubela" userId="8e0f3e2b-9b1d-4a7a-832f-993d512d5f9c" providerId="ADAL" clId="{24DC15FF-54D3-5457-BCA9-AE6B05F2B0C1}" dt="2025-10-22T14:53:59.103" v="2875" actId="1076"/>
          <ac:grpSpMkLst>
            <pc:docMk/>
            <pc:sldMk cId="823831652" sldId="2147474208"/>
            <ac:grpSpMk id="41" creationId="{D88E4BA1-26E7-7FD4-0DE1-173BA3BC4239}"/>
          </ac:grpSpMkLst>
        </pc:grpChg>
        <pc:picChg chg="mod">
          <ac:chgData name="Bojan Cubela" userId="8e0f3e2b-9b1d-4a7a-832f-993d512d5f9c" providerId="ADAL" clId="{24DC15FF-54D3-5457-BCA9-AE6B05F2B0C1}" dt="2025-10-22T14:11:50.971" v="1279" actId="1076"/>
          <ac:picMkLst>
            <pc:docMk/>
            <pc:sldMk cId="823831652" sldId="2147474208"/>
            <ac:picMk id="5" creationId="{9A19F5E3-C765-FC05-F870-E40AFBF63C18}"/>
          </ac:picMkLst>
        </pc:picChg>
        <pc:picChg chg="add mod">
          <ac:chgData name="Bojan Cubela" userId="8e0f3e2b-9b1d-4a7a-832f-993d512d5f9c" providerId="ADAL" clId="{24DC15FF-54D3-5457-BCA9-AE6B05F2B0C1}" dt="2025-10-22T14:53:59.103" v="2875" actId="1076"/>
          <ac:picMkLst>
            <pc:docMk/>
            <pc:sldMk cId="823831652" sldId="2147474208"/>
            <ac:picMk id="37" creationId="{D21520CF-3ADA-3715-A21D-76CD566E3818}"/>
          </ac:picMkLst>
        </pc:picChg>
        <pc:cxnChg chg="add mod">
          <ac:chgData name="Bojan Cubela" userId="8e0f3e2b-9b1d-4a7a-832f-993d512d5f9c" providerId="ADAL" clId="{24DC15FF-54D3-5457-BCA9-AE6B05F2B0C1}" dt="2025-10-21T20:40:16.284" v="553" actId="14100"/>
          <ac:cxnSpMkLst>
            <pc:docMk/>
            <pc:sldMk cId="823831652" sldId="2147474208"/>
            <ac:cxnSpMk id="26" creationId="{4CA3A2C1-B876-3255-649C-5CE1D183EBF7}"/>
          </ac:cxnSpMkLst>
        </pc:cxnChg>
        <pc:cxnChg chg="add mod">
          <ac:chgData name="Bojan Cubela" userId="8e0f3e2b-9b1d-4a7a-832f-993d512d5f9c" providerId="ADAL" clId="{24DC15FF-54D3-5457-BCA9-AE6B05F2B0C1}" dt="2025-10-22T14:10:40.637" v="1260" actId="1076"/>
          <ac:cxnSpMkLst>
            <pc:docMk/>
            <pc:sldMk cId="823831652" sldId="2147474208"/>
            <ac:cxnSpMk id="29" creationId="{B017D265-1D12-F7B4-0DB8-EFFE5D29523B}"/>
          </ac:cxnSpMkLst>
        </pc:cxnChg>
        <pc:cxnChg chg="add mod">
          <ac:chgData name="Bojan Cubela" userId="8e0f3e2b-9b1d-4a7a-832f-993d512d5f9c" providerId="ADAL" clId="{24DC15FF-54D3-5457-BCA9-AE6B05F2B0C1}" dt="2025-10-21T20:41:26.224" v="567" actId="1076"/>
          <ac:cxnSpMkLst>
            <pc:docMk/>
            <pc:sldMk cId="823831652" sldId="2147474208"/>
            <ac:cxnSpMk id="31" creationId="{D26987F5-BF2F-802D-2071-F058E9CCD07D}"/>
          </ac:cxnSpMkLst>
        </pc:cxnChg>
        <pc:cxnChg chg="add mod">
          <ac:chgData name="Bojan Cubela" userId="8e0f3e2b-9b1d-4a7a-832f-993d512d5f9c" providerId="ADAL" clId="{24DC15FF-54D3-5457-BCA9-AE6B05F2B0C1}" dt="2025-10-21T20:41:31.725" v="569" actId="1076"/>
          <ac:cxnSpMkLst>
            <pc:docMk/>
            <pc:sldMk cId="823831652" sldId="2147474208"/>
            <ac:cxnSpMk id="32" creationId="{0AE97705-B6D4-0936-3E6D-C70C26B67CE0}"/>
          </ac:cxnSpMkLst>
        </pc:cxnChg>
      </pc:sldChg>
      <pc:sldChg chg="addSp delSp modSp mod ord modNotesTx">
        <pc:chgData name="Bojan Cubela" userId="8e0f3e2b-9b1d-4a7a-832f-993d512d5f9c" providerId="ADAL" clId="{24DC15FF-54D3-5457-BCA9-AE6B05F2B0C1}" dt="2025-10-22T18:12:52.907" v="6266" actId="1076"/>
        <pc:sldMkLst>
          <pc:docMk/>
          <pc:sldMk cId="1463477684" sldId="2147474209"/>
        </pc:sldMkLst>
        <pc:spChg chg="add mod">
          <ac:chgData name="Bojan Cubela" userId="8e0f3e2b-9b1d-4a7a-832f-993d512d5f9c" providerId="ADAL" clId="{24DC15FF-54D3-5457-BCA9-AE6B05F2B0C1}" dt="2025-10-22T16:50:34.939" v="5162" actId="207"/>
          <ac:spMkLst>
            <pc:docMk/>
            <pc:sldMk cId="1463477684" sldId="2147474209"/>
            <ac:spMk id="5" creationId="{369874A8-DC59-6AA1-987A-BD6820AA1EC5}"/>
          </ac:spMkLst>
        </pc:spChg>
        <pc:spChg chg="mod">
          <ac:chgData name="Bojan Cubela" userId="8e0f3e2b-9b1d-4a7a-832f-993d512d5f9c" providerId="ADAL" clId="{24DC15FF-54D3-5457-BCA9-AE6B05F2B0C1}" dt="2025-10-22T17:40:51.657" v="5967" actId="20577"/>
          <ac:spMkLst>
            <pc:docMk/>
            <pc:sldMk cId="1463477684" sldId="2147474209"/>
            <ac:spMk id="7" creationId="{7D73FC05-E545-F4C5-2F0D-42372235DE40}"/>
          </ac:spMkLst>
        </pc:spChg>
        <pc:spChg chg="add mod">
          <ac:chgData name="Bojan Cubela" userId="8e0f3e2b-9b1d-4a7a-832f-993d512d5f9c" providerId="ADAL" clId="{24DC15FF-54D3-5457-BCA9-AE6B05F2B0C1}" dt="2025-10-22T16:04:29.243" v="4277" actId="14100"/>
          <ac:spMkLst>
            <pc:docMk/>
            <pc:sldMk cId="1463477684" sldId="2147474209"/>
            <ac:spMk id="21" creationId="{0E049F86-5FFB-65AE-BBAD-6FE86C54AE85}"/>
          </ac:spMkLst>
        </pc:spChg>
        <pc:spChg chg="add mod">
          <ac:chgData name="Bojan Cubela" userId="8e0f3e2b-9b1d-4a7a-832f-993d512d5f9c" providerId="ADAL" clId="{24DC15FF-54D3-5457-BCA9-AE6B05F2B0C1}" dt="2025-10-22T16:49:56.684" v="5158" actId="1076"/>
          <ac:spMkLst>
            <pc:docMk/>
            <pc:sldMk cId="1463477684" sldId="2147474209"/>
            <ac:spMk id="22" creationId="{E3FE9D8A-6F95-51F9-D03B-CC2A7AE0617F}"/>
          </ac:spMkLst>
        </pc:spChg>
        <pc:spChg chg="add mod">
          <ac:chgData name="Bojan Cubela" userId="8e0f3e2b-9b1d-4a7a-832f-993d512d5f9c" providerId="ADAL" clId="{24DC15FF-54D3-5457-BCA9-AE6B05F2B0C1}" dt="2025-10-22T16:03:09.599" v="4271" actId="1076"/>
          <ac:spMkLst>
            <pc:docMk/>
            <pc:sldMk cId="1463477684" sldId="2147474209"/>
            <ac:spMk id="23" creationId="{41E73E42-E1B2-A2F1-22C0-D50521D412D8}"/>
          </ac:spMkLst>
        </pc:spChg>
        <pc:spChg chg="add mod">
          <ac:chgData name="Bojan Cubela" userId="8e0f3e2b-9b1d-4a7a-832f-993d512d5f9c" providerId="ADAL" clId="{24DC15FF-54D3-5457-BCA9-AE6B05F2B0C1}" dt="2025-10-22T16:03:09.599" v="4271" actId="1076"/>
          <ac:spMkLst>
            <pc:docMk/>
            <pc:sldMk cId="1463477684" sldId="2147474209"/>
            <ac:spMk id="24" creationId="{4039652F-0AF8-5D1B-3B6E-1AB5660C85DA}"/>
          </ac:spMkLst>
        </pc:spChg>
        <pc:spChg chg="add mod">
          <ac:chgData name="Bojan Cubela" userId="8e0f3e2b-9b1d-4a7a-832f-993d512d5f9c" providerId="ADAL" clId="{24DC15FF-54D3-5457-BCA9-AE6B05F2B0C1}" dt="2025-10-22T16:03:09.599" v="4271" actId="1076"/>
          <ac:spMkLst>
            <pc:docMk/>
            <pc:sldMk cId="1463477684" sldId="2147474209"/>
            <ac:spMk id="25" creationId="{B1247A7A-A301-9743-CA02-C8B8E8386000}"/>
          </ac:spMkLst>
        </pc:spChg>
        <pc:spChg chg="add mod">
          <ac:chgData name="Bojan Cubela" userId="8e0f3e2b-9b1d-4a7a-832f-993d512d5f9c" providerId="ADAL" clId="{24DC15FF-54D3-5457-BCA9-AE6B05F2B0C1}" dt="2025-10-22T16:04:12.081" v="4276" actId="20577"/>
          <ac:spMkLst>
            <pc:docMk/>
            <pc:sldMk cId="1463477684" sldId="2147474209"/>
            <ac:spMk id="28" creationId="{DDDB72CC-68ED-8D7E-E178-72AAF4134E20}"/>
          </ac:spMkLst>
        </pc:spChg>
        <pc:spChg chg="add mod">
          <ac:chgData name="Bojan Cubela" userId="8e0f3e2b-9b1d-4a7a-832f-993d512d5f9c" providerId="ADAL" clId="{24DC15FF-54D3-5457-BCA9-AE6B05F2B0C1}" dt="2025-10-22T16:04:04.001" v="4274" actId="20577"/>
          <ac:spMkLst>
            <pc:docMk/>
            <pc:sldMk cId="1463477684" sldId="2147474209"/>
            <ac:spMk id="31" creationId="{8053B3C2-0C15-4761-9C70-4A6684019451}"/>
          </ac:spMkLst>
        </pc:spChg>
        <pc:spChg chg="add mod">
          <ac:chgData name="Bojan Cubela" userId="8e0f3e2b-9b1d-4a7a-832f-993d512d5f9c" providerId="ADAL" clId="{24DC15FF-54D3-5457-BCA9-AE6B05F2B0C1}" dt="2025-10-22T16:03:09.599" v="4271" actId="1076"/>
          <ac:spMkLst>
            <pc:docMk/>
            <pc:sldMk cId="1463477684" sldId="2147474209"/>
            <ac:spMk id="32" creationId="{F42B7B2E-25A7-D006-B314-71A76018DFE9}"/>
          </ac:spMkLst>
        </pc:spChg>
        <pc:spChg chg="add mod">
          <ac:chgData name="Bojan Cubela" userId="8e0f3e2b-9b1d-4a7a-832f-993d512d5f9c" providerId="ADAL" clId="{24DC15FF-54D3-5457-BCA9-AE6B05F2B0C1}" dt="2025-10-22T16:03:09.599" v="4271" actId="1076"/>
          <ac:spMkLst>
            <pc:docMk/>
            <pc:sldMk cId="1463477684" sldId="2147474209"/>
            <ac:spMk id="33" creationId="{006E6667-E38A-D907-7E7C-3C9A2D2DE3F6}"/>
          </ac:spMkLst>
        </pc:spChg>
        <pc:picChg chg="mod">
          <ac:chgData name="Bojan Cubela" userId="8e0f3e2b-9b1d-4a7a-832f-993d512d5f9c" providerId="ADAL" clId="{24DC15FF-54D3-5457-BCA9-AE6B05F2B0C1}" dt="2025-10-22T16:06:28.208" v="4281" actId="1076"/>
          <ac:picMkLst>
            <pc:docMk/>
            <pc:sldMk cId="1463477684" sldId="2147474209"/>
            <ac:picMk id="6" creationId="{7C1D970C-26C9-F67C-AEC0-7D9AD0C1C280}"/>
          </ac:picMkLst>
        </pc:picChg>
        <pc:picChg chg="add mod">
          <ac:chgData name="Bojan Cubela" userId="8e0f3e2b-9b1d-4a7a-832f-993d512d5f9c" providerId="ADAL" clId="{24DC15FF-54D3-5457-BCA9-AE6B05F2B0C1}" dt="2025-10-22T18:12:52.907" v="6266" actId="1076"/>
          <ac:picMkLst>
            <pc:docMk/>
            <pc:sldMk cId="1463477684" sldId="2147474209"/>
            <ac:picMk id="16" creationId="{16E02E34-D46D-CC4D-B006-6331116F294E}"/>
          </ac:picMkLst>
        </pc:picChg>
        <pc:cxnChg chg="add mod">
          <ac:chgData name="Bojan Cubela" userId="8e0f3e2b-9b1d-4a7a-832f-993d512d5f9c" providerId="ADAL" clId="{24DC15FF-54D3-5457-BCA9-AE6B05F2B0C1}" dt="2025-10-22T16:03:09.599" v="4271" actId="1076"/>
          <ac:cxnSpMkLst>
            <pc:docMk/>
            <pc:sldMk cId="1463477684" sldId="2147474209"/>
            <ac:cxnSpMk id="30" creationId="{34AB6836-9265-E86A-24C8-03CE2D0D97BC}"/>
          </ac:cxnSpMkLst>
        </pc:cxnChg>
      </pc:sldChg>
      <pc:sldChg chg="addSp delSp modSp add mod">
        <pc:chgData name="Bojan Cubela" userId="8e0f3e2b-9b1d-4a7a-832f-993d512d5f9c" providerId="ADAL" clId="{24DC15FF-54D3-5457-BCA9-AE6B05F2B0C1}" dt="2025-10-22T17:50:08.960" v="6036" actId="20577"/>
        <pc:sldMkLst>
          <pc:docMk/>
          <pc:sldMk cId="1915064987" sldId="2147474233"/>
        </pc:sldMkLst>
        <pc:spChg chg="mod">
          <ac:chgData name="Bojan Cubela" userId="8e0f3e2b-9b1d-4a7a-832f-993d512d5f9c" providerId="ADAL" clId="{24DC15FF-54D3-5457-BCA9-AE6B05F2B0C1}" dt="2025-10-22T17:50:08.960" v="6036" actId="20577"/>
          <ac:spMkLst>
            <pc:docMk/>
            <pc:sldMk cId="1915064987" sldId="2147474233"/>
            <ac:spMk id="2" creationId="{6BD8E180-4E55-6332-9082-21FC3D032A7B}"/>
          </ac:spMkLst>
        </pc:spChg>
        <pc:spChg chg="add del mod">
          <ac:chgData name="Bojan Cubela" userId="8e0f3e2b-9b1d-4a7a-832f-993d512d5f9c" providerId="ADAL" clId="{24DC15FF-54D3-5457-BCA9-AE6B05F2B0C1}" dt="2025-10-22T15:52:12.339" v="4191" actId="1076"/>
          <ac:spMkLst>
            <pc:docMk/>
            <pc:sldMk cId="1915064987" sldId="2147474233"/>
            <ac:spMk id="3" creationId="{FBCF4A0C-8F04-9B90-E2A7-99E7B9F86B56}"/>
          </ac:spMkLst>
        </pc:spChg>
        <pc:spChg chg="add del mod">
          <ac:chgData name="Bojan Cubela" userId="8e0f3e2b-9b1d-4a7a-832f-993d512d5f9c" providerId="ADAL" clId="{24DC15FF-54D3-5457-BCA9-AE6B05F2B0C1}" dt="2025-10-22T15:52:12.339" v="4191" actId="1076"/>
          <ac:spMkLst>
            <pc:docMk/>
            <pc:sldMk cId="1915064987" sldId="2147474233"/>
            <ac:spMk id="4" creationId="{6DAAFE25-4EC7-A72A-825C-6AD1B14CD9C4}"/>
          </ac:spMkLst>
        </pc:spChg>
        <pc:spChg chg="add mod">
          <ac:chgData name="Bojan Cubela" userId="8e0f3e2b-9b1d-4a7a-832f-993d512d5f9c" providerId="ADAL" clId="{24DC15FF-54D3-5457-BCA9-AE6B05F2B0C1}" dt="2025-10-22T15:52:12.339" v="4191" actId="1076"/>
          <ac:spMkLst>
            <pc:docMk/>
            <pc:sldMk cId="1915064987" sldId="2147474233"/>
            <ac:spMk id="5" creationId="{A694198E-8238-5F6C-8E62-998C7BBFE35E}"/>
          </ac:spMkLst>
        </pc:spChg>
        <pc:spChg chg="add mod">
          <ac:chgData name="Bojan Cubela" userId="8e0f3e2b-9b1d-4a7a-832f-993d512d5f9c" providerId="ADAL" clId="{24DC15FF-54D3-5457-BCA9-AE6B05F2B0C1}" dt="2025-10-22T15:53:59.859" v="4201" actId="14100"/>
          <ac:spMkLst>
            <pc:docMk/>
            <pc:sldMk cId="1915064987" sldId="2147474233"/>
            <ac:spMk id="6" creationId="{70706B1B-1FA6-CDC7-1CBF-E5A36F6B9690}"/>
          </ac:spMkLst>
        </pc:spChg>
        <pc:spChg chg="add mod">
          <ac:chgData name="Bojan Cubela" userId="8e0f3e2b-9b1d-4a7a-832f-993d512d5f9c" providerId="ADAL" clId="{24DC15FF-54D3-5457-BCA9-AE6B05F2B0C1}" dt="2025-10-22T15:57:23.145" v="4240" actId="14100"/>
          <ac:spMkLst>
            <pc:docMk/>
            <pc:sldMk cId="1915064987" sldId="2147474233"/>
            <ac:spMk id="7" creationId="{F41966A3-3EB3-C81F-EC83-3577DA74571B}"/>
          </ac:spMkLst>
        </pc:spChg>
        <pc:spChg chg="add mod">
          <ac:chgData name="Bojan Cubela" userId="8e0f3e2b-9b1d-4a7a-832f-993d512d5f9c" providerId="ADAL" clId="{24DC15FF-54D3-5457-BCA9-AE6B05F2B0C1}" dt="2025-10-22T15:54:52.893" v="4206" actId="14100"/>
          <ac:spMkLst>
            <pc:docMk/>
            <pc:sldMk cId="1915064987" sldId="2147474233"/>
            <ac:spMk id="10" creationId="{A07FDBF7-26BA-E8B1-3804-EE9F3F4ACC97}"/>
          </ac:spMkLst>
        </pc:spChg>
        <pc:spChg chg="add mod">
          <ac:chgData name="Bojan Cubela" userId="8e0f3e2b-9b1d-4a7a-832f-993d512d5f9c" providerId="ADAL" clId="{24DC15FF-54D3-5457-BCA9-AE6B05F2B0C1}" dt="2025-10-22T15:55:55.329" v="4213" actId="14100"/>
          <ac:spMkLst>
            <pc:docMk/>
            <pc:sldMk cId="1915064987" sldId="2147474233"/>
            <ac:spMk id="24" creationId="{8CD0B22E-D1BF-2F8D-A1BA-07D34457F9A4}"/>
          </ac:spMkLst>
        </pc:spChg>
        <pc:spChg chg="add mod">
          <ac:chgData name="Bojan Cubela" userId="8e0f3e2b-9b1d-4a7a-832f-993d512d5f9c" providerId="ADAL" clId="{24DC15FF-54D3-5457-BCA9-AE6B05F2B0C1}" dt="2025-10-22T15:58:28.785" v="4256" actId="14100"/>
          <ac:spMkLst>
            <pc:docMk/>
            <pc:sldMk cId="1915064987" sldId="2147474233"/>
            <ac:spMk id="25" creationId="{97A09836-4543-0071-7636-6210965E1713}"/>
          </ac:spMkLst>
        </pc:spChg>
        <pc:spChg chg="add mod">
          <ac:chgData name="Bojan Cubela" userId="8e0f3e2b-9b1d-4a7a-832f-993d512d5f9c" providerId="ADAL" clId="{24DC15FF-54D3-5457-BCA9-AE6B05F2B0C1}" dt="2025-10-22T15:58:58.349" v="4259" actId="14100"/>
          <ac:spMkLst>
            <pc:docMk/>
            <pc:sldMk cId="1915064987" sldId="2147474233"/>
            <ac:spMk id="26" creationId="{D2320ACA-8C3E-2EE2-FEFC-F8903B6B5A80}"/>
          </ac:spMkLst>
        </pc:spChg>
        <pc:graphicFrameChg chg="mod modGraphic">
          <ac:chgData name="Bojan Cubela" userId="8e0f3e2b-9b1d-4a7a-832f-993d512d5f9c" providerId="ADAL" clId="{24DC15FF-54D3-5457-BCA9-AE6B05F2B0C1}" dt="2025-10-22T15:57:02.605" v="4238" actId="20577"/>
          <ac:graphicFrameMkLst>
            <pc:docMk/>
            <pc:sldMk cId="1915064987" sldId="2147474233"/>
            <ac:graphicFrameMk id="8" creationId="{8D48A575-8653-66AC-7816-E6EA452334D7}"/>
          </ac:graphicFrameMkLst>
        </pc:graphicFrameChg>
        <pc:graphicFrameChg chg="modGraphic">
          <ac:chgData name="Bojan Cubela" userId="8e0f3e2b-9b1d-4a7a-832f-993d512d5f9c" providerId="ADAL" clId="{24DC15FF-54D3-5457-BCA9-AE6B05F2B0C1}" dt="2025-10-22T15:59:54.863" v="4262" actId="13926"/>
          <ac:graphicFrameMkLst>
            <pc:docMk/>
            <pc:sldMk cId="1915064987" sldId="2147474233"/>
            <ac:graphicFrameMk id="20" creationId="{F5C9B116-BBC6-10FA-F6E8-EA666128C338}"/>
          </ac:graphicFrameMkLst>
        </pc:graphicFrameChg>
        <pc:picChg chg="mod">
          <ac:chgData name="Bojan Cubela" userId="8e0f3e2b-9b1d-4a7a-832f-993d512d5f9c" providerId="ADAL" clId="{24DC15FF-54D3-5457-BCA9-AE6B05F2B0C1}" dt="2025-10-21T20:50:58.301" v="710" actId="1076"/>
          <ac:picMkLst>
            <pc:docMk/>
            <pc:sldMk cId="1915064987" sldId="2147474233"/>
            <ac:picMk id="9" creationId="{1CBD8133-D4B6-47EE-6AF4-FD36BCE45718}"/>
          </ac:picMkLst>
        </pc:picChg>
        <pc:picChg chg="mod">
          <ac:chgData name="Bojan Cubela" userId="8e0f3e2b-9b1d-4a7a-832f-993d512d5f9c" providerId="ADAL" clId="{24DC15FF-54D3-5457-BCA9-AE6B05F2B0C1}" dt="2025-10-21T20:50:58.859" v="712" actId="1076"/>
          <ac:picMkLst>
            <pc:docMk/>
            <pc:sldMk cId="1915064987" sldId="2147474233"/>
            <ac:picMk id="11" creationId="{E3D62E5B-143F-C76B-9DC7-747EEFDB29FE}"/>
          </ac:picMkLst>
        </pc:picChg>
        <pc:picChg chg="mod">
          <ac:chgData name="Bojan Cubela" userId="8e0f3e2b-9b1d-4a7a-832f-993d512d5f9c" providerId="ADAL" clId="{24DC15FF-54D3-5457-BCA9-AE6B05F2B0C1}" dt="2025-10-22T15:53:52.584" v="4200" actId="1076"/>
          <ac:picMkLst>
            <pc:docMk/>
            <pc:sldMk cId="1915064987" sldId="2147474233"/>
            <ac:picMk id="12" creationId="{6511B749-4503-0799-F096-66BDB27288FD}"/>
          </ac:picMkLst>
        </pc:picChg>
        <pc:picChg chg="mod">
          <ac:chgData name="Bojan Cubela" userId="8e0f3e2b-9b1d-4a7a-832f-993d512d5f9c" providerId="ADAL" clId="{24DC15FF-54D3-5457-BCA9-AE6B05F2B0C1}" dt="2025-10-22T15:52:12.339" v="4191" actId="1076"/>
          <ac:picMkLst>
            <pc:docMk/>
            <pc:sldMk cId="1915064987" sldId="2147474233"/>
            <ac:picMk id="13" creationId="{2C0263B8-5B53-088D-93D0-97A6BA5467C1}"/>
          </ac:picMkLst>
        </pc:picChg>
        <pc:picChg chg="mod">
          <ac:chgData name="Bojan Cubela" userId="8e0f3e2b-9b1d-4a7a-832f-993d512d5f9c" providerId="ADAL" clId="{24DC15FF-54D3-5457-BCA9-AE6B05F2B0C1}" dt="2025-10-22T15:52:12.339" v="4191" actId="1076"/>
          <ac:picMkLst>
            <pc:docMk/>
            <pc:sldMk cId="1915064987" sldId="2147474233"/>
            <ac:picMk id="14" creationId="{5A90372A-2C56-ADFD-AB6C-31770EA14A8F}"/>
          </ac:picMkLst>
        </pc:picChg>
        <pc:picChg chg="mod">
          <ac:chgData name="Bojan Cubela" userId="8e0f3e2b-9b1d-4a7a-832f-993d512d5f9c" providerId="ADAL" clId="{24DC15FF-54D3-5457-BCA9-AE6B05F2B0C1}" dt="2025-10-21T20:51:00.040" v="716" actId="1076"/>
          <ac:picMkLst>
            <pc:docMk/>
            <pc:sldMk cId="1915064987" sldId="2147474233"/>
            <ac:picMk id="15" creationId="{0F506047-4301-7B54-D829-8602E161B8B9}"/>
          </ac:picMkLst>
        </pc:picChg>
        <pc:picChg chg="mod">
          <ac:chgData name="Bojan Cubela" userId="8e0f3e2b-9b1d-4a7a-832f-993d512d5f9c" providerId="ADAL" clId="{24DC15FF-54D3-5457-BCA9-AE6B05F2B0C1}" dt="2025-10-22T15:57:43.188" v="4241" actId="1076"/>
          <ac:picMkLst>
            <pc:docMk/>
            <pc:sldMk cId="1915064987" sldId="2147474233"/>
            <ac:picMk id="16" creationId="{72894DF8-CF53-C41A-D11C-779E1E870B24}"/>
          </ac:picMkLst>
        </pc:picChg>
        <pc:picChg chg="mod">
          <ac:chgData name="Bojan Cubela" userId="8e0f3e2b-9b1d-4a7a-832f-993d512d5f9c" providerId="ADAL" clId="{24DC15FF-54D3-5457-BCA9-AE6B05F2B0C1}" dt="2025-10-22T15:57:48.249" v="4242" actId="1076"/>
          <ac:picMkLst>
            <pc:docMk/>
            <pc:sldMk cId="1915064987" sldId="2147474233"/>
            <ac:picMk id="17" creationId="{A631BE7C-1BF5-7FEC-84B3-638A945A2238}"/>
          </ac:picMkLst>
        </pc:picChg>
        <pc:picChg chg="mod">
          <ac:chgData name="Bojan Cubela" userId="8e0f3e2b-9b1d-4a7a-832f-993d512d5f9c" providerId="ADAL" clId="{24DC15FF-54D3-5457-BCA9-AE6B05F2B0C1}" dt="2025-10-22T15:52:12.339" v="4191" actId="1076"/>
          <ac:picMkLst>
            <pc:docMk/>
            <pc:sldMk cId="1915064987" sldId="2147474233"/>
            <ac:picMk id="18" creationId="{D60A67E3-DB39-5ACB-3BF0-0BF41AA8A54D}"/>
          </ac:picMkLst>
        </pc:picChg>
        <pc:picChg chg="mod">
          <ac:chgData name="Bojan Cubela" userId="8e0f3e2b-9b1d-4a7a-832f-993d512d5f9c" providerId="ADAL" clId="{24DC15FF-54D3-5457-BCA9-AE6B05F2B0C1}" dt="2025-10-22T15:55:08.986" v="4207" actId="1076"/>
          <ac:picMkLst>
            <pc:docMk/>
            <pc:sldMk cId="1915064987" sldId="2147474233"/>
            <ac:picMk id="21" creationId="{B961B03F-45BC-B9C2-F41F-A7910A156979}"/>
          </ac:picMkLst>
        </pc:picChg>
        <pc:picChg chg="mod">
          <ac:chgData name="Bojan Cubela" userId="8e0f3e2b-9b1d-4a7a-832f-993d512d5f9c" providerId="ADAL" clId="{24DC15FF-54D3-5457-BCA9-AE6B05F2B0C1}" dt="2025-10-22T15:52:12.339" v="4191" actId="1076"/>
          <ac:picMkLst>
            <pc:docMk/>
            <pc:sldMk cId="1915064987" sldId="2147474233"/>
            <ac:picMk id="28" creationId="{3F5FFA87-1C18-D81A-7D92-82EE843B3463}"/>
          </ac:picMkLst>
        </pc:picChg>
        <pc:picChg chg="mod">
          <ac:chgData name="Bojan Cubela" userId="8e0f3e2b-9b1d-4a7a-832f-993d512d5f9c" providerId="ADAL" clId="{24DC15FF-54D3-5457-BCA9-AE6B05F2B0C1}" dt="2025-10-22T15:52:12.339" v="4191" actId="1076"/>
          <ac:picMkLst>
            <pc:docMk/>
            <pc:sldMk cId="1915064987" sldId="2147474233"/>
            <ac:picMk id="29" creationId="{7B9A231B-2FAA-C323-29AC-2E4E894731A7}"/>
          </ac:picMkLst>
        </pc:picChg>
        <pc:picChg chg="mod">
          <ac:chgData name="Bojan Cubela" userId="8e0f3e2b-9b1d-4a7a-832f-993d512d5f9c" providerId="ADAL" clId="{24DC15FF-54D3-5457-BCA9-AE6B05F2B0C1}" dt="2025-10-22T15:55:40.710" v="4211" actId="1076"/>
          <ac:picMkLst>
            <pc:docMk/>
            <pc:sldMk cId="1915064987" sldId="2147474233"/>
            <ac:picMk id="30" creationId="{CE3E129D-75B5-1C7F-6796-59B572B4E71A}"/>
          </ac:picMkLst>
        </pc:picChg>
        <pc:picChg chg="mod">
          <ac:chgData name="Bojan Cubela" userId="8e0f3e2b-9b1d-4a7a-832f-993d512d5f9c" providerId="ADAL" clId="{24DC15FF-54D3-5457-BCA9-AE6B05F2B0C1}" dt="2025-10-22T15:52:12.339" v="4191" actId="1076"/>
          <ac:picMkLst>
            <pc:docMk/>
            <pc:sldMk cId="1915064987" sldId="2147474233"/>
            <ac:picMk id="31" creationId="{C036E20F-4EE4-B234-34D6-B6A9D1AACE8D}"/>
          </ac:picMkLst>
        </pc:picChg>
        <pc:picChg chg="mod">
          <ac:chgData name="Bojan Cubela" userId="8e0f3e2b-9b1d-4a7a-832f-993d512d5f9c" providerId="ADAL" clId="{24DC15FF-54D3-5457-BCA9-AE6B05F2B0C1}" dt="2025-10-21T20:50:58.539" v="711" actId="1076"/>
          <ac:picMkLst>
            <pc:docMk/>
            <pc:sldMk cId="1915064987" sldId="2147474233"/>
            <ac:picMk id="35" creationId="{E3E4CFE7-F395-DAA4-3DDF-3A20CD0EF622}"/>
          </ac:picMkLst>
        </pc:picChg>
      </pc:sldChg>
      <pc:sldChg chg="addSp delSp modSp add mod modNotesTx">
        <pc:chgData name="Bojan Cubela" userId="8e0f3e2b-9b1d-4a7a-832f-993d512d5f9c" providerId="ADAL" clId="{24DC15FF-54D3-5457-BCA9-AE6B05F2B0C1}" dt="2025-10-22T18:11:22.845" v="6262" actId="1076"/>
        <pc:sldMkLst>
          <pc:docMk/>
          <pc:sldMk cId="2334034084" sldId="2147474237"/>
        </pc:sldMkLst>
        <pc:spChg chg="add mod">
          <ac:chgData name="Bojan Cubela" userId="8e0f3e2b-9b1d-4a7a-832f-993d512d5f9c" providerId="ADAL" clId="{24DC15FF-54D3-5457-BCA9-AE6B05F2B0C1}" dt="2025-10-22T18:11:22.845" v="6262" actId="1076"/>
          <ac:spMkLst>
            <pc:docMk/>
            <pc:sldMk cId="2334034084" sldId="2147474237"/>
            <ac:spMk id="3" creationId="{66604716-94B7-96A6-DF25-DF3CA410FEAE}"/>
          </ac:spMkLst>
        </pc:spChg>
        <pc:spChg chg="mod">
          <ac:chgData name="Bojan Cubela" userId="8e0f3e2b-9b1d-4a7a-832f-993d512d5f9c" providerId="ADAL" clId="{24DC15FF-54D3-5457-BCA9-AE6B05F2B0C1}" dt="2025-10-22T18:11:22.845" v="6262" actId="1076"/>
          <ac:spMkLst>
            <pc:docMk/>
            <pc:sldMk cId="2334034084" sldId="2147474237"/>
            <ac:spMk id="5" creationId="{03B29A29-F7B6-C934-2EB4-08AD6ABEA4FF}"/>
          </ac:spMkLst>
        </pc:spChg>
        <pc:spChg chg="add del mod">
          <ac:chgData name="Bojan Cubela" userId="8e0f3e2b-9b1d-4a7a-832f-993d512d5f9c" providerId="ADAL" clId="{24DC15FF-54D3-5457-BCA9-AE6B05F2B0C1}" dt="2025-10-22T18:11:22.845" v="6262" actId="1076"/>
          <ac:spMkLst>
            <pc:docMk/>
            <pc:sldMk cId="2334034084" sldId="2147474237"/>
            <ac:spMk id="6" creationId="{A6AF201A-B04F-67F7-5531-64D996BF0261}"/>
          </ac:spMkLst>
        </pc:spChg>
        <pc:spChg chg="add mod">
          <ac:chgData name="Bojan Cubela" userId="8e0f3e2b-9b1d-4a7a-832f-993d512d5f9c" providerId="ADAL" clId="{24DC15FF-54D3-5457-BCA9-AE6B05F2B0C1}" dt="2025-10-22T18:11:22.845" v="6262" actId="1076"/>
          <ac:spMkLst>
            <pc:docMk/>
            <pc:sldMk cId="2334034084" sldId="2147474237"/>
            <ac:spMk id="8" creationId="{BEFACC8F-D307-36AD-A367-E48011EAE209}"/>
          </ac:spMkLst>
        </pc:spChg>
        <pc:spChg chg="add mod">
          <ac:chgData name="Bojan Cubela" userId="8e0f3e2b-9b1d-4a7a-832f-993d512d5f9c" providerId="ADAL" clId="{24DC15FF-54D3-5457-BCA9-AE6B05F2B0C1}" dt="2025-10-22T18:11:22.845" v="6262" actId="1076"/>
          <ac:spMkLst>
            <pc:docMk/>
            <pc:sldMk cId="2334034084" sldId="2147474237"/>
            <ac:spMk id="10" creationId="{B69C1F1F-DF89-9D15-F2FA-6D66A440DBE7}"/>
          </ac:spMkLst>
        </pc:spChg>
        <pc:spChg chg="add mod">
          <ac:chgData name="Bojan Cubela" userId="8e0f3e2b-9b1d-4a7a-832f-993d512d5f9c" providerId="ADAL" clId="{24DC15FF-54D3-5457-BCA9-AE6B05F2B0C1}" dt="2025-10-22T18:11:22.845" v="6262" actId="1076"/>
          <ac:spMkLst>
            <pc:docMk/>
            <pc:sldMk cId="2334034084" sldId="2147474237"/>
            <ac:spMk id="11" creationId="{25ED53E9-118E-1AE1-93EB-CF309EAC562A}"/>
          </ac:spMkLst>
        </pc:spChg>
        <pc:spChg chg="add mod">
          <ac:chgData name="Bojan Cubela" userId="8e0f3e2b-9b1d-4a7a-832f-993d512d5f9c" providerId="ADAL" clId="{24DC15FF-54D3-5457-BCA9-AE6B05F2B0C1}" dt="2025-10-22T18:11:22.845" v="6262" actId="1076"/>
          <ac:spMkLst>
            <pc:docMk/>
            <pc:sldMk cId="2334034084" sldId="2147474237"/>
            <ac:spMk id="16" creationId="{7CAB3866-32B0-B75A-DD6C-9FEADE6C1ACE}"/>
          </ac:spMkLst>
        </pc:spChg>
        <pc:spChg chg="add mod">
          <ac:chgData name="Bojan Cubela" userId="8e0f3e2b-9b1d-4a7a-832f-993d512d5f9c" providerId="ADAL" clId="{24DC15FF-54D3-5457-BCA9-AE6B05F2B0C1}" dt="2025-10-22T18:11:22.845" v="6262" actId="1076"/>
          <ac:spMkLst>
            <pc:docMk/>
            <pc:sldMk cId="2334034084" sldId="2147474237"/>
            <ac:spMk id="17" creationId="{6505C42D-3A66-F8BA-6A66-92B25DF1A095}"/>
          </ac:spMkLst>
        </pc:spChg>
        <pc:spChg chg="add mod">
          <ac:chgData name="Bojan Cubela" userId="8e0f3e2b-9b1d-4a7a-832f-993d512d5f9c" providerId="ADAL" clId="{24DC15FF-54D3-5457-BCA9-AE6B05F2B0C1}" dt="2025-10-22T18:11:22.845" v="6262" actId="1076"/>
          <ac:spMkLst>
            <pc:docMk/>
            <pc:sldMk cId="2334034084" sldId="2147474237"/>
            <ac:spMk id="20" creationId="{8080AA56-9AAD-AC2D-3572-F63844008326}"/>
          </ac:spMkLst>
        </pc:spChg>
        <pc:spChg chg="add mod">
          <ac:chgData name="Bojan Cubela" userId="8e0f3e2b-9b1d-4a7a-832f-993d512d5f9c" providerId="ADAL" clId="{24DC15FF-54D3-5457-BCA9-AE6B05F2B0C1}" dt="2025-10-22T18:11:22.845" v="6262" actId="1076"/>
          <ac:spMkLst>
            <pc:docMk/>
            <pc:sldMk cId="2334034084" sldId="2147474237"/>
            <ac:spMk id="24" creationId="{1A47B0B4-01B4-8E12-2AA0-372EF819938D}"/>
          </ac:spMkLst>
        </pc:spChg>
        <pc:spChg chg="add mod">
          <ac:chgData name="Bojan Cubela" userId="8e0f3e2b-9b1d-4a7a-832f-993d512d5f9c" providerId="ADAL" clId="{24DC15FF-54D3-5457-BCA9-AE6B05F2B0C1}" dt="2025-10-22T18:11:05.274" v="6261" actId="1076"/>
          <ac:spMkLst>
            <pc:docMk/>
            <pc:sldMk cId="2334034084" sldId="2147474237"/>
            <ac:spMk id="32" creationId="{BE6C4A3A-1C4F-F036-D020-501FFB3D04B7}"/>
          </ac:spMkLst>
        </pc:spChg>
        <pc:spChg chg="add mod">
          <ac:chgData name="Bojan Cubela" userId="8e0f3e2b-9b1d-4a7a-832f-993d512d5f9c" providerId="ADAL" clId="{24DC15FF-54D3-5457-BCA9-AE6B05F2B0C1}" dt="2025-10-22T18:11:05.274" v="6261" actId="1076"/>
          <ac:spMkLst>
            <pc:docMk/>
            <pc:sldMk cId="2334034084" sldId="2147474237"/>
            <ac:spMk id="36" creationId="{30C96483-6F7A-2FE9-CA32-035394B2FB1C}"/>
          </ac:spMkLst>
        </pc:spChg>
        <pc:spChg chg="add mod">
          <ac:chgData name="Bojan Cubela" userId="8e0f3e2b-9b1d-4a7a-832f-993d512d5f9c" providerId="ADAL" clId="{24DC15FF-54D3-5457-BCA9-AE6B05F2B0C1}" dt="2025-10-22T18:11:05.274" v="6261" actId="1076"/>
          <ac:spMkLst>
            <pc:docMk/>
            <pc:sldMk cId="2334034084" sldId="2147474237"/>
            <ac:spMk id="37" creationId="{B9F8BDC4-C8BB-94EF-5198-1CDA2812FDCE}"/>
          </ac:spMkLst>
        </pc:spChg>
        <pc:grpChg chg="add mod">
          <ac:chgData name="Bojan Cubela" userId="8e0f3e2b-9b1d-4a7a-832f-993d512d5f9c" providerId="ADAL" clId="{24DC15FF-54D3-5457-BCA9-AE6B05F2B0C1}" dt="2025-10-22T18:05:22.696" v="6200" actId="1076"/>
          <ac:grpSpMkLst>
            <pc:docMk/>
            <pc:sldMk cId="2334034084" sldId="2147474237"/>
            <ac:grpSpMk id="26" creationId="{5AF3B37D-C9B7-3CBC-DEAC-D3FFEFA31692}"/>
          </ac:grpSpMkLst>
        </pc:grpChg>
        <pc:picChg chg="add mod">
          <ac:chgData name="Bojan Cubela" userId="8e0f3e2b-9b1d-4a7a-832f-993d512d5f9c" providerId="ADAL" clId="{24DC15FF-54D3-5457-BCA9-AE6B05F2B0C1}" dt="2025-10-22T16:47:49.071" v="5148" actId="1076"/>
          <ac:picMkLst>
            <pc:docMk/>
            <pc:sldMk cId="2334034084" sldId="2147474237"/>
            <ac:picMk id="7" creationId="{4ACD80E1-F0F9-B8B0-8E78-AAE4E97A6F39}"/>
          </ac:picMkLst>
        </pc:picChg>
        <pc:picChg chg="add mod">
          <ac:chgData name="Bojan Cubela" userId="8e0f3e2b-9b1d-4a7a-832f-993d512d5f9c" providerId="ADAL" clId="{24DC15FF-54D3-5457-BCA9-AE6B05F2B0C1}" dt="2025-10-22T16:47:49.071" v="5148" actId="1076"/>
          <ac:picMkLst>
            <pc:docMk/>
            <pc:sldMk cId="2334034084" sldId="2147474237"/>
            <ac:picMk id="9" creationId="{038486C6-9FE3-A138-A285-0C7DD24C9CA4}"/>
          </ac:picMkLst>
        </pc:picChg>
        <pc:picChg chg="add mod">
          <ac:chgData name="Bojan Cubela" userId="8e0f3e2b-9b1d-4a7a-832f-993d512d5f9c" providerId="ADAL" clId="{24DC15FF-54D3-5457-BCA9-AE6B05F2B0C1}" dt="2025-10-22T18:05:22.696" v="6200" actId="1076"/>
          <ac:picMkLst>
            <pc:docMk/>
            <pc:sldMk cId="2334034084" sldId="2147474237"/>
            <ac:picMk id="15" creationId="{533A74DC-352A-C21D-579A-486A05FB6294}"/>
          </ac:picMkLst>
        </pc:picChg>
        <pc:picChg chg="add mod">
          <ac:chgData name="Bojan Cubela" userId="8e0f3e2b-9b1d-4a7a-832f-993d512d5f9c" providerId="ADAL" clId="{24DC15FF-54D3-5457-BCA9-AE6B05F2B0C1}" dt="2025-10-22T18:05:22.696" v="6200" actId="1076"/>
          <ac:picMkLst>
            <pc:docMk/>
            <pc:sldMk cId="2334034084" sldId="2147474237"/>
            <ac:picMk id="18" creationId="{0A5E8491-8CED-4705-0652-2FAC3FD8BD37}"/>
          </ac:picMkLst>
        </pc:picChg>
        <pc:picChg chg="add mod">
          <ac:chgData name="Bojan Cubela" userId="8e0f3e2b-9b1d-4a7a-832f-993d512d5f9c" providerId="ADAL" clId="{24DC15FF-54D3-5457-BCA9-AE6B05F2B0C1}" dt="2025-10-22T18:05:22.696" v="6200" actId="1076"/>
          <ac:picMkLst>
            <pc:docMk/>
            <pc:sldMk cId="2334034084" sldId="2147474237"/>
            <ac:picMk id="19" creationId="{D85A0EF3-464D-86A6-43AD-E20EA664F655}"/>
          </ac:picMkLst>
        </pc:picChg>
        <pc:picChg chg="add mod">
          <ac:chgData name="Bojan Cubela" userId="8e0f3e2b-9b1d-4a7a-832f-993d512d5f9c" providerId="ADAL" clId="{24DC15FF-54D3-5457-BCA9-AE6B05F2B0C1}" dt="2025-10-22T16:47:49.071" v="5148" actId="1076"/>
          <ac:picMkLst>
            <pc:docMk/>
            <pc:sldMk cId="2334034084" sldId="2147474237"/>
            <ac:picMk id="21" creationId="{3F93D0E4-F3C7-2678-80A5-B3ACE50F21D3}"/>
          </ac:picMkLst>
        </pc:picChg>
        <pc:picChg chg="add mod">
          <ac:chgData name="Bojan Cubela" userId="8e0f3e2b-9b1d-4a7a-832f-993d512d5f9c" providerId="ADAL" clId="{24DC15FF-54D3-5457-BCA9-AE6B05F2B0C1}" dt="2025-10-22T18:11:05.274" v="6261" actId="1076"/>
          <ac:picMkLst>
            <pc:docMk/>
            <pc:sldMk cId="2334034084" sldId="2147474237"/>
            <ac:picMk id="31" creationId="{5DC0C656-C858-AE0C-2600-EA636388E807}"/>
          </ac:picMkLst>
        </pc:picChg>
        <pc:picChg chg="add mod">
          <ac:chgData name="Bojan Cubela" userId="8e0f3e2b-9b1d-4a7a-832f-993d512d5f9c" providerId="ADAL" clId="{24DC15FF-54D3-5457-BCA9-AE6B05F2B0C1}" dt="2025-10-22T16:47:49.071" v="5148" actId="1076"/>
          <ac:picMkLst>
            <pc:docMk/>
            <pc:sldMk cId="2334034084" sldId="2147474237"/>
            <ac:picMk id="2052" creationId="{979BB8B7-CD25-B1BC-3F17-C9F640232BAC}"/>
          </ac:picMkLst>
        </pc:picChg>
        <pc:picChg chg="add mod">
          <ac:chgData name="Bojan Cubela" userId="8e0f3e2b-9b1d-4a7a-832f-993d512d5f9c" providerId="ADAL" clId="{24DC15FF-54D3-5457-BCA9-AE6B05F2B0C1}" dt="2025-10-22T16:47:49.071" v="5148" actId="1076"/>
          <ac:picMkLst>
            <pc:docMk/>
            <pc:sldMk cId="2334034084" sldId="2147474237"/>
            <ac:picMk id="2054" creationId="{805EE05F-FE5F-F848-17D8-4B0B3D76E061}"/>
          </ac:picMkLst>
        </pc:picChg>
        <pc:picChg chg="add mod">
          <ac:chgData name="Bojan Cubela" userId="8e0f3e2b-9b1d-4a7a-832f-993d512d5f9c" providerId="ADAL" clId="{24DC15FF-54D3-5457-BCA9-AE6B05F2B0C1}" dt="2025-10-22T16:47:49.071" v="5148" actId="1076"/>
          <ac:picMkLst>
            <pc:docMk/>
            <pc:sldMk cId="2334034084" sldId="2147474237"/>
            <ac:picMk id="2056" creationId="{07FF1331-E910-FC34-04BD-A538C397464C}"/>
          </ac:picMkLst>
        </pc:picChg>
        <pc:cxnChg chg="add mod">
          <ac:chgData name="Bojan Cubela" userId="8e0f3e2b-9b1d-4a7a-832f-993d512d5f9c" providerId="ADAL" clId="{24DC15FF-54D3-5457-BCA9-AE6B05F2B0C1}" dt="2025-10-22T14:36:12.808" v="2501" actId="14100"/>
          <ac:cxnSpMkLst>
            <pc:docMk/>
            <pc:sldMk cId="2334034084" sldId="2147474237"/>
            <ac:cxnSpMk id="12" creationId="{FD9042EB-3FDF-20ED-A014-DD2AF13F02A7}"/>
          </ac:cxnSpMkLst>
        </pc:cxnChg>
      </pc:sldChg>
      <pc:sldChg chg="addSp delSp modSp new mod modNotesTx">
        <pc:chgData name="Bojan Cubela" userId="8e0f3e2b-9b1d-4a7a-832f-993d512d5f9c" providerId="ADAL" clId="{24DC15FF-54D3-5457-BCA9-AE6B05F2B0C1}" dt="2025-10-23T19:59:09.605" v="6517" actId="1076"/>
        <pc:sldMkLst>
          <pc:docMk/>
          <pc:sldMk cId="631145913" sldId="2147474238"/>
        </pc:sldMkLst>
        <pc:spChg chg="mod">
          <ac:chgData name="Bojan Cubela" userId="8e0f3e2b-9b1d-4a7a-832f-993d512d5f9c" providerId="ADAL" clId="{24DC15FF-54D3-5457-BCA9-AE6B05F2B0C1}" dt="2025-10-22T15:05:48.041" v="3342" actId="20577"/>
          <ac:spMkLst>
            <pc:docMk/>
            <pc:sldMk cId="631145913" sldId="2147474238"/>
            <ac:spMk id="2" creationId="{65E9639E-AA70-F4C8-A799-9644B822CB55}"/>
          </ac:spMkLst>
        </pc:spChg>
        <pc:spChg chg="mod">
          <ac:chgData name="Bojan Cubela" userId="8e0f3e2b-9b1d-4a7a-832f-993d512d5f9c" providerId="ADAL" clId="{24DC15FF-54D3-5457-BCA9-AE6B05F2B0C1}" dt="2025-10-23T19:59:09.605" v="6517" actId="1076"/>
          <ac:spMkLst>
            <pc:docMk/>
            <pc:sldMk cId="631145913" sldId="2147474238"/>
            <ac:spMk id="3" creationId="{FB6A01F3-307C-133E-BB7A-A7B90B0C3AF9}"/>
          </ac:spMkLst>
        </pc:spChg>
        <pc:spChg chg="add mod">
          <ac:chgData name="Bojan Cubela" userId="8e0f3e2b-9b1d-4a7a-832f-993d512d5f9c" providerId="ADAL" clId="{24DC15FF-54D3-5457-BCA9-AE6B05F2B0C1}" dt="2025-10-23T19:58:36.015" v="6511" actId="1076"/>
          <ac:spMkLst>
            <pc:docMk/>
            <pc:sldMk cId="631145913" sldId="2147474238"/>
            <ac:spMk id="5" creationId="{CCD64817-3E28-B3CE-5A2A-7155D5CB8945}"/>
          </ac:spMkLst>
        </pc:spChg>
        <pc:spChg chg="add mod">
          <ac:chgData name="Bojan Cubela" userId="8e0f3e2b-9b1d-4a7a-832f-993d512d5f9c" providerId="ADAL" clId="{24DC15FF-54D3-5457-BCA9-AE6B05F2B0C1}" dt="2025-10-22T15:48:45.598" v="4116" actId="20577"/>
          <ac:spMkLst>
            <pc:docMk/>
            <pc:sldMk cId="631145913" sldId="2147474238"/>
            <ac:spMk id="9" creationId="{EDE72B1E-04BF-B611-9285-982F39775875}"/>
          </ac:spMkLst>
        </pc:spChg>
        <pc:spChg chg="add mod">
          <ac:chgData name="Bojan Cubela" userId="8e0f3e2b-9b1d-4a7a-832f-993d512d5f9c" providerId="ADAL" clId="{24DC15FF-54D3-5457-BCA9-AE6B05F2B0C1}" dt="2025-10-22T15:22:18.523" v="3816" actId="14100"/>
          <ac:spMkLst>
            <pc:docMk/>
            <pc:sldMk cId="631145913" sldId="2147474238"/>
            <ac:spMk id="13" creationId="{0503CD52-1CF1-22DC-F9DD-B5214E63A0DD}"/>
          </ac:spMkLst>
        </pc:spChg>
        <pc:spChg chg="add mod">
          <ac:chgData name="Bojan Cubela" userId="8e0f3e2b-9b1d-4a7a-832f-993d512d5f9c" providerId="ADAL" clId="{24DC15FF-54D3-5457-BCA9-AE6B05F2B0C1}" dt="2025-10-22T18:24:28.374" v="6299" actId="20577"/>
          <ac:spMkLst>
            <pc:docMk/>
            <pc:sldMk cId="631145913" sldId="2147474238"/>
            <ac:spMk id="15" creationId="{48ED5E2E-438E-D67D-F40F-A7B06D67E5D8}"/>
          </ac:spMkLst>
        </pc:spChg>
        <pc:spChg chg="add mod">
          <ac:chgData name="Bojan Cubela" userId="8e0f3e2b-9b1d-4a7a-832f-993d512d5f9c" providerId="ADAL" clId="{24DC15FF-54D3-5457-BCA9-AE6B05F2B0C1}" dt="2025-10-22T17:48:04.683" v="6000" actId="207"/>
          <ac:spMkLst>
            <pc:docMk/>
            <pc:sldMk cId="631145913" sldId="2147474238"/>
            <ac:spMk id="18" creationId="{67A810C7-62C1-016E-0551-8537E5978B5D}"/>
          </ac:spMkLst>
        </pc:spChg>
        <pc:picChg chg="add mod">
          <ac:chgData name="Bojan Cubela" userId="8e0f3e2b-9b1d-4a7a-832f-993d512d5f9c" providerId="ADAL" clId="{24DC15FF-54D3-5457-BCA9-AE6B05F2B0C1}" dt="2025-10-22T15:22:35.282" v="3818" actId="1076"/>
          <ac:picMkLst>
            <pc:docMk/>
            <pc:sldMk cId="631145913" sldId="2147474238"/>
            <ac:picMk id="11" creationId="{4C43DF21-4B87-1BBD-E413-B513265CA5A1}"/>
          </ac:picMkLst>
        </pc:picChg>
        <pc:picChg chg="add mod">
          <ac:chgData name="Bojan Cubela" userId="8e0f3e2b-9b1d-4a7a-832f-993d512d5f9c" providerId="ADAL" clId="{24DC15FF-54D3-5457-BCA9-AE6B05F2B0C1}" dt="2025-10-23T19:59:01.343" v="6516" actId="1076"/>
          <ac:picMkLst>
            <pc:docMk/>
            <pc:sldMk cId="631145913" sldId="2147474238"/>
            <ac:picMk id="12" creationId="{0DA6248E-C007-12EA-1B97-5BADD4C36BFD}"/>
          </ac:picMkLst>
        </pc:picChg>
        <pc:picChg chg="add mod">
          <ac:chgData name="Bojan Cubela" userId="8e0f3e2b-9b1d-4a7a-832f-993d512d5f9c" providerId="ADAL" clId="{24DC15FF-54D3-5457-BCA9-AE6B05F2B0C1}" dt="2025-10-23T17:38:10.564" v="6353" actId="1076"/>
          <ac:picMkLst>
            <pc:docMk/>
            <pc:sldMk cId="631145913" sldId="2147474238"/>
            <ac:picMk id="17" creationId="{D9E8D1E6-AB76-63AD-904D-E411A6B7D1BC}"/>
          </ac:picMkLst>
        </pc:picChg>
        <pc:picChg chg="add mod">
          <ac:chgData name="Bojan Cubela" userId="8e0f3e2b-9b1d-4a7a-832f-993d512d5f9c" providerId="ADAL" clId="{24DC15FF-54D3-5457-BCA9-AE6B05F2B0C1}" dt="2025-10-23T19:58:28.893" v="6510" actId="1076"/>
          <ac:picMkLst>
            <pc:docMk/>
            <pc:sldMk cId="631145913" sldId="2147474238"/>
            <ac:picMk id="4100" creationId="{154436B6-FE1A-90F3-12FD-A383801B44C0}"/>
          </ac:picMkLst>
        </pc:picChg>
      </pc:sldChg>
      <pc:sldChg chg="add">
        <pc:chgData name="Bojan Cubela" userId="8e0f3e2b-9b1d-4a7a-832f-993d512d5f9c" providerId="ADAL" clId="{24DC15FF-54D3-5457-BCA9-AE6B05F2B0C1}" dt="2025-10-22T15:30:46.252" v="3909"/>
        <pc:sldMkLst>
          <pc:docMk/>
          <pc:sldMk cId="1005678011" sldId="2147474240"/>
        </pc:sldMkLst>
      </pc:sldChg>
      <pc:sldChg chg="addSp delSp modSp add mod ord setBg">
        <pc:chgData name="Bojan Cubela" userId="8e0f3e2b-9b1d-4a7a-832f-993d512d5f9c" providerId="ADAL" clId="{24DC15FF-54D3-5457-BCA9-AE6B05F2B0C1}" dt="2025-10-23T18:37:36.144" v="6495" actId="478"/>
        <pc:sldMkLst>
          <pc:docMk/>
          <pc:sldMk cId="2646786411" sldId="2147474244"/>
        </pc:sldMkLst>
        <pc:spChg chg="add mod">
          <ac:chgData name="Bojan Cubela" userId="8e0f3e2b-9b1d-4a7a-832f-993d512d5f9c" providerId="ADAL" clId="{24DC15FF-54D3-5457-BCA9-AE6B05F2B0C1}" dt="2025-10-22T15:36:20.088" v="4003" actId="1076"/>
          <ac:spMkLst>
            <pc:docMk/>
            <pc:sldMk cId="2646786411" sldId="2147474244"/>
            <ac:spMk id="5" creationId="{4113B720-39DF-0E5A-C94C-F337984D233B}"/>
          </ac:spMkLst>
        </pc:spChg>
        <pc:spChg chg="add mod">
          <ac:chgData name="Bojan Cubela" userId="8e0f3e2b-9b1d-4a7a-832f-993d512d5f9c" providerId="ADAL" clId="{24DC15FF-54D3-5457-BCA9-AE6B05F2B0C1}" dt="2025-10-23T18:35:32.766" v="6476" actId="1076"/>
          <ac:spMkLst>
            <pc:docMk/>
            <pc:sldMk cId="2646786411" sldId="2147474244"/>
            <ac:spMk id="13" creationId="{181F7637-4FA3-EA5B-0CDD-8ACB2F57A806}"/>
          </ac:spMkLst>
        </pc:spChg>
        <pc:spChg chg="add mod">
          <ac:chgData name="Bojan Cubela" userId="8e0f3e2b-9b1d-4a7a-832f-993d512d5f9c" providerId="ADAL" clId="{24DC15FF-54D3-5457-BCA9-AE6B05F2B0C1}" dt="2025-10-23T18:35:32.766" v="6476" actId="1076"/>
          <ac:spMkLst>
            <pc:docMk/>
            <pc:sldMk cId="2646786411" sldId="2147474244"/>
            <ac:spMk id="19" creationId="{FA158D1C-191C-6543-FEBB-3F5818886F11}"/>
          </ac:spMkLst>
        </pc:spChg>
        <pc:spChg chg="add mod">
          <ac:chgData name="Bojan Cubela" userId="8e0f3e2b-9b1d-4a7a-832f-993d512d5f9c" providerId="ADAL" clId="{24DC15FF-54D3-5457-BCA9-AE6B05F2B0C1}" dt="2025-10-23T18:35:32.766" v="6476" actId="1076"/>
          <ac:spMkLst>
            <pc:docMk/>
            <pc:sldMk cId="2646786411" sldId="2147474244"/>
            <ac:spMk id="20" creationId="{49E5DC18-7C82-60C6-3B7B-FAA925E29CAA}"/>
          </ac:spMkLst>
        </pc:spChg>
        <pc:picChg chg="add mod">
          <ac:chgData name="Bojan Cubela" userId="8e0f3e2b-9b1d-4a7a-832f-993d512d5f9c" providerId="ADAL" clId="{24DC15FF-54D3-5457-BCA9-AE6B05F2B0C1}" dt="2025-10-23T18:35:39.266" v="6477" actId="1076"/>
          <ac:picMkLst>
            <pc:docMk/>
            <pc:sldMk cId="2646786411" sldId="2147474244"/>
            <ac:picMk id="4" creationId="{111596B6-AD35-6FF0-53E5-16B9F5E4755A}"/>
          </ac:picMkLst>
        </pc:picChg>
        <pc:picChg chg="add mod">
          <ac:chgData name="Bojan Cubela" userId="8e0f3e2b-9b1d-4a7a-832f-993d512d5f9c" providerId="ADAL" clId="{24DC15FF-54D3-5457-BCA9-AE6B05F2B0C1}" dt="2025-10-23T18:35:32.766" v="6476" actId="1076"/>
          <ac:picMkLst>
            <pc:docMk/>
            <pc:sldMk cId="2646786411" sldId="2147474244"/>
            <ac:picMk id="12" creationId="{76FC1F8D-7C0E-A377-674C-E05ACEE1668C}"/>
          </ac:picMkLst>
        </pc:picChg>
        <pc:picChg chg="add mod">
          <ac:chgData name="Bojan Cubela" userId="8e0f3e2b-9b1d-4a7a-832f-993d512d5f9c" providerId="ADAL" clId="{24DC15FF-54D3-5457-BCA9-AE6B05F2B0C1}" dt="2025-10-23T18:35:32.766" v="6476" actId="1076"/>
          <ac:picMkLst>
            <pc:docMk/>
            <pc:sldMk cId="2646786411" sldId="2147474244"/>
            <ac:picMk id="18" creationId="{3B5C9AC0-8EAC-C5CD-131E-F9D9822F8A10}"/>
          </ac:picMkLst>
        </pc:picChg>
        <pc:picChg chg="add mod modCrop">
          <ac:chgData name="Bojan Cubela" userId="8e0f3e2b-9b1d-4a7a-832f-993d512d5f9c" providerId="ADAL" clId="{24DC15FF-54D3-5457-BCA9-AE6B05F2B0C1}" dt="2025-10-23T18:37:28.316" v="6494" actId="732"/>
          <ac:picMkLst>
            <pc:docMk/>
            <pc:sldMk cId="2646786411" sldId="2147474244"/>
            <ac:picMk id="22" creationId="{5E104C14-7A98-DF1B-9C07-2D58CC710BB4}"/>
          </ac:picMkLst>
        </pc:picChg>
        <pc:picChg chg="add mod">
          <ac:chgData name="Bojan Cubela" userId="8e0f3e2b-9b1d-4a7a-832f-993d512d5f9c" providerId="ADAL" clId="{24DC15FF-54D3-5457-BCA9-AE6B05F2B0C1}" dt="2025-10-23T18:35:32.766" v="6476" actId="1076"/>
          <ac:picMkLst>
            <pc:docMk/>
            <pc:sldMk cId="2646786411" sldId="2147474244"/>
            <ac:picMk id="1026" creationId="{DF38253C-89A9-A650-09CC-56916778D9C4}"/>
          </ac:picMkLst>
        </pc:picChg>
        <pc:cxnChg chg="add mod">
          <ac:chgData name="Bojan Cubela" userId="8e0f3e2b-9b1d-4a7a-832f-993d512d5f9c" providerId="ADAL" clId="{24DC15FF-54D3-5457-BCA9-AE6B05F2B0C1}" dt="2025-10-23T18:35:32.766" v="6476" actId="1076"/>
          <ac:cxnSpMkLst>
            <pc:docMk/>
            <pc:sldMk cId="2646786411" sldId="2147474244"/>
            <ac:cxnSpMk id="16" creationId="{9B19817B-D548-B2A2-B0B3-0F0122F8FFB6}"/>
          </ac:cxnSpMkLst>
        </pc:cxnChg>
      </pc:sldChg>
      <pc:sldChg chg="modSp mod">
        <pc:chgData name="Bojan Cubela" userId="8e0f3e2b-9b1d-4a7a-832f-993d512d5f9c" providerId="ADAL" clId="{24DC15FF-54D3-5457-BCA9-AE6B05F2B0C1}" dt="2025-10-23T12:27:07.818" v="6342" actId="2711"/>
        <pc:sldMkLst>
          <pc:docMk/>
          <pc:sldMk cId="3602510472" sldId="2147474247"/>
        </pc:sldMkLst>
        <pc:spChg chg="mod">
          <ac:chgData name="Bojan Cubela" userId="8e0f3e2b-9b1d-4a7a-832f-993d512d5f9c" providerId="ADAL" clId="{24DC15FF-54D3-5457-BCA9-AE6B05F2B0C1}" dt="2025-10-23T12:27:07.818" v="6342" actId="2711"/>
          <ac:spMkLst>
            <pc:docMk/>
            <pc:sldMk cId="3602510472" sldId="2147474247"/>
            <ac:spMk id="3" creationId="{ABB5DCBE-4D5D-FD36-302E-F90FD6B16F03}"/>
          </ac:spMkLst>
        </pc:spChg>
      </pc:sldChg>
      <pc:sldChg chg="addSp delSp modSp add mod">
        <pc:chgData name="Bojan Cubela" userId="8e0f3e2b-9b1d-4a7a-832f-993d512d5f9c" providerId="ADAL" clId="{24DC15FF-54D3-5457-BCA9-AE6B05F2B0C1}" dt="2025-10-26T19:03:45.838" v="6564" actId="122"/>
        <pc:sldMkLst>
          <pc:docMk/>
          <pc:sldMk cId="2888666635" sldId="2147474278"/>
        </pc:sldMkLst>
        <pc:spChg chg="mod">
          <ac:chgData name="Bojan Cubela" userId="8e0f3e2b-9b1d-4a7a-832f-993d512d5f9c" providerId="ADAL" clId="{24DC15FF-54D3-5457-BCA9-AE6B05F2B0C1}" dt="2025-10-22T17:07:48.377" v="5386" actId="20577"/>
          <ac:spMkLst>
            <pc:docMk/>
            <pc:sldMk cId="2888666635" sldId="2147474278"/>
            <ac:spMk id="2" creationId="{0B963D6A-7237-DCD5-A3E9-1E6EB53BA6B9}"/>
          </ac:spMkLst>
        </pc:spChg>
        <pc:spChg chg="mod">
          <ac:chgData name="Bojan Cubela" userId="8e0f3e2b-9b1d-4a7a-832f-993d512d5f9c" providerId="ADAL" clId="{24DC15FF-54D3-5457-BCA9-AE6B05F2B0C1}" dt="2025-10-26T18:57:48.743" v="6527" actId="948"/>
          <ac:spMkLst>
            <pc:docMk/>
            <pc:sldMk cId="2888666635" sldId="2147474278"/>
            <ac:spMk id="7" creationId="{A5D9D317-D3FB-CA7E-33AC-D4F2DE1B3355}"/>
          </ac:spMkLst>
        </pc:spChg>
        <pc:spChg chg="del">
          <ac:chgData name="Bojan Cubela" userId="8e0f3e2b-9b1d-4a7a-832f-993d512d5f9c" providerId="ADAL" clId="{24DC15FF-54D3-5457-BCA9-AE6B05F2B0C1}" dt="2025-10-26T05:32:27.975" v="6518" actId="478"/>
          <ac:spMkLst>
            <pc:docMk/>
            <pc:sldMk cId="2888666635" sldId="2147474278"/>
            <ac:spMk id="10" creationId="{74103821-919F-0500-17D4-7DD9D2B999A3}"/>
          </ac:spMkLst>
        </pc:spChg>
        <pc:graphicFrameChg chg="mod modGraphic">
          <ac:chgData name="Bojan Cubela" userId="8e0f3e2b-9b1d-4a7a-832f-993d512d5f9c" providerId="ADAL" clId="{24DC15FF-54D3-5457-BCA9-AE6B05F2B0C1}" dt="2025-10-26T19:03:45.838" v="6564" actId="122"/>
          <ac:graphicFrameMkLst>
            <pc:docMk/>
            <pc:sldMk cId="2888666635" sldId="2147474278"/>
            <ac:graphicFrameMk id="12" creationId="{B97CB5E3-CBBD-94EB-A192-15BD7A82A83F}"/>
          </ac:graphicFrameMkLst>
        </pc:graphicFrameChg>
        <pc:graphicFrameChg chg="mod modGraphic">
          <ac:chgData name="Bojan Cubela" userId="8e0f3e2b-9b1d-4a7a-832f-993d512d5f9c" providerId="ADAL" clId="{24DC15FF-54D3-5457-BCA9-AE6B05F2B0C1}" dt="2025-10-26T19:03:30.244" v="6562" actId="20577"/>
          <ac:graphicFrameMkLst>
            <pc:docMk/>
            <pc:sldMk cId="2888666635" sldId="2147474278"/>
            <ac:graphicFrameMk id="16" creationId="{80507EB7-DD4A-E7C1-8E93-30CC80CB0312}"/>
          </ac:graphicFrameMkLst>
        </pc:graphicFrameChg>
        <pc:cxnChg chg="add mod">
          <ac:chgData name="Bojan Cubela" userId="8e0f3e2b-9b1d-4a7a-832f-993d512d5f9c" providerId="ADAL" clId="{24DC15FF-54D3-5457-BCA9-AE6B05F2B0C1}" dt="2025-10-26T18:57:57.685" v="6528" actId="14100"/>
          <ac:cxnSpMkLst>
            <pc:docMk/>
            <pc:sldMk cId="2888666635" sldId="2147474278"/>
            <ac:cxnSpMk id="9" creationId="{A203C241-2F46-C67F-26D2-327949896DCC}"/>
          </ac:cxnSpMkLst>
        </pc:cxnChg>
      </pc:sldChg>
      <pc:sldChg chg="addSp delSp modSp new mod modClrScheme chgLayout">
        <pc:chgData name="Bojan Cubela" userId="8e0f3e2b-9b1d-4a7a-832f-993d512d5f9c" providerId="ADAL" clId="{24DC15FF-54D3-5457-BCA9-AE6B05F2B0C1}" dt="2025-10-22T18:16:39.853" v="6285" actId="20577"/>
        <pc:sldMkLst>
          <pc:docMk/>
          <pc:sldMk cId="3058119068" sldId="2147474279"/>
        </pc:sldMkLst>
        <pc:spChg chg="mod">
          <ac:chgData name="Bojan Cubela" userId="8e0f3e2b-9b1d-4a7a-832f-993d512d5f9c" providerId="ADAL" clId="{24DC15FF-54D3-5457-BCA9-AE6B05F2B0C1}" dt="2025-10-22T17:55:05.481" v="6065" actId="404"/>
          <ac:spMkLst>
            <pc:docMk/>
            <pc:sldMk cId="3058119068" sldId="2147474279"/>
            <ac:spMk id="2" creationId="{58764511-641A-571E-C737-4D30D9A0D433}"/>
          </ac:spMkLst>
        </pc:spChg>
        <pc:spChg chg="mod">
          <ac:chgData name="Bojan Cubela" userId="8e0f3e2b-9b1d-4a7a-832f-993d512d5f9c" providerId="ADAL" clId="{24DC15FF-54D3-5457-BCA9-AE6B05F2B0C1}" dt="2025-10-22T17:14:49.090" v="5443" actId="26606"/>
          <ac:spMkLst>
            <pc:docMk/>
            <pc:sldMk cId="3058119068" sldId="2147474279"/>
            <ac:spMk id="3" creationId="{BA063A62-4A82-9FF4-C110-C736619CBD05}"/>
          </ac:spMkLst>
        </pc:spChg>
        <pc:spChg chg="mod">
          <ac:chgData name="Bojan Cubela" userId="8e0f3e2b-9b1d-4a7a-832f-993d512d5f9c" providerId="ADAL" clId="{24DC15FF-54D3-5457-BCA9-AE6B05F2B0C1}" dt="2025-10-22T17:14:49.090" v="5443" actId="26606"/>
          <ac:spMkLst>
            <pc:docMk/>
            <pc:sldMk cId="3058119068" sldId="2147474279"/>
            <ac:spMk id="4" creationId="{58DA1367-9B27-B4B4-3BE2-00D05F30BF14}"/>
          </ac:spMkLst>
        </pc:spChg>
        <pc:spChg chg="add mod">
          <ac:chgData name="Bojan Cubela" userId="8e0f3e2b-9b1d-4a7a-832f-993d512d5f9c" providerId="ADAL" clId="{24DC15FF-54D3-5457-BCA9-AE6B05F2B0C1}" dt="2025-10-22T18:16:39.853" v="6285" actId="20577"/>
          <ac:spMkLst>
            <pc:docMk/>
            <pc:sldMk cId="3058119068" sldId="2147474279"/>
            <ac:spMk id="7" creationId="{E57780CD-C9B5-86A0-F484-5633C2A9C867}"/>
          </ac:spMkLst>
        </pc:spChg>
        <pc:spChg chg="add mod">
          <ac:chgData name="Bojan Cubela" userId="8e0f3e2b-9b1d-4a7a-832f-993d512d5f9c" providerId="ADAL" clId="{24DC15FF-54D3-5457-BCA9-AE6B05F2B0C1}" dt="2025-10-22T17:35:48.803" v="5911" actId="20577"/>
          <ac:spMkLst>
            <pc:docMk/>
            <pc:sldMk cId="3058119068" sldId="2147474279"/>
            <ac:spMk id="9" creationId="{8FF51154-289A-6AC4-355A-B08B80D03279}"/>
          </ac:spMkLst>
        </pc:spChg>
        <pc:spChg chg="add mod">
          <ac:chgData name="Bojan Cubela" userId="8e0f3e2b-9b1d-4a7a-832f-993d512d5f9c" providerId="ADAL" clId="{24DC15FF-54D3-5457-BCA9-AE6B05F2B0C1}" dt="2025-10-22T17:55:43.863" v="6115" actId="20577"/>
          <ac:spMkLst>
            <pc:docMk/>
            <pc:sldMk cId="3058119068" sldId="2147474279"/>
            <ac:spMk id="11" creationId="{826C07DB-AC8B-5F96-F5E1-4074BDFE19CE}"/>
          </ac:spMkLst>
        </pc:spChg>
        <pc:spChg chg="add mod">
          <ac:chgData name="Bojan Cubela" userId="8e0f3e2b-9b1d-4a7a-832f-993d512d5f9c" providerId="ADAL" clId="{24DC15FF-54D3-5457-BCA9-AE6B05F2B0C1}" dt="2025-10-22T17:34:54.721" v="5908" actId="1076"/>
          <ac:spMkLst>
            <pc:docMk/>
            <pc:sldMk cId="3058119068" sldId="2147474279"/>
            <ac:spMk id="12" creationId="{3A3F544E-E671-060B-E292-A83724160801}"/>
          </ac:spMkLst>
        </pc:spChg>
        <pc:spChg chg="add mod">
          <ac:chgData name="Bojan Cubela" userId="8e0f3e2b-9b1d-4a7a-832f-993d512d5f9c" providerId="ADAL" clId="{24DC15FF-54D3-5457-BCA9-AE6B05F2B0C1}" dt="2025-10-22T18:15:31.207" v="6283" actId="1076"/>
          <ac:spMkLst>
            <pc:docMk/>
            <pc:sldMk cId="3058119068" sldId="2147474279"/>
            <ac:spMk id="13" creationId="{EF6E9EEC-B8E4-CA3D-5676-58625585F354}"/>
          </ac:spMkLst>
        </pc:spChg>
        <pc:spChg chg="add mod">
          <ac:chgData name="Bojan Cubela" userId="8e0f3e2b-9b1d-4a7a-832f-993d512d5f9c" providerId="ADAL" clId="{24DC15FF-54D3-5457-BCA9-AE6B05F2B0C1}" dt="2025-10-22T17:31:54.576" v="5819" actId="164"/>
          <ac:spMkLst>
            <pc:docMk/>
            <pc:sldMk cId="3058119068" sldId="2147474279"/>
            <ac:spMk id="19" creationId="{79B88AA2-9666-FF29-1341-0338B0D59A6B}"/>
          </ac:spMkLst>
        </pc:spChg>
        <pc:spChg chg="add mod">
          <ac:chgData name="Bojan Cubela" userId="8e0f3e2b-9b1d-4a7a-832f-993d512d5f9c" providerId="ADAL" clId="{24DC15FF-54D3-5457-BCA9-AE6B05F2B0C1}" dt="2025-10-22T17:31:54.576" v="5819" actId="164"/>
          <ac:spMkLst>
            <pc:docMk/>
            <pc:sldMk cId="3058119068" sldId="2147474279"/>
            <ac:spMk id="20" creationId="{866133AC-2321-BAD7-3C8A-86FA65C90CD2}"/>
          </ac:spMkLst>
        </pc:spChg>
        <pc:spChg chg="add mod">
          <ac:chgData name="Bojan Cubela" userId="8e0f3e2b-9b1d-4a7a-832f-993d512d5f9c" providerId="ADAL" clId="{24DC15FF-54D3-5457-BCA9-AE6B05F2B0C1}" dt="2025-10-22T17:33:26.857" v="5861" actId="1076"/>
          <ac:spMkLst>
            <pc:docMk/>
            <pc:sldMk cId="3058119068" sldId="2147474279"/>
            <ac:spMk id="23" creationId="{191C7803-95C4-5A37-C3F1-826DE26E4E5D}"/>
          </ac:spMkLst>
        </pc:spChg>
        <pc:spChg chg="add mod">
          <ac:chgData name="Bojan Cubela" userId="8e0f3e2b-9b1d-4a7a-832f-993d512d5f9c" providerId="ADAL" clId="{24DC15FF-54D3-5457-BCA9-AE6B05F2B0C1}" dt="2025-10-22T17:36:22.036" v="5920" actId="20577"/>
          <ac:spMkLst>
            <pc:docMk/>
            <pc:sldMk cId="3058119068" sldId="2147474279"/>
            <ac:spMk id="25" creationId="{3254E258-D2A0-77F9-2E92-E379132C27FA}"/>
          </ac:spMkLst>
        </pc:spChg>
        <pc:spChg chg="mod">
          <ac:chgData name="Bojan Cubela" userId="8e0f3e2b-9b1d-4a7a-832f-993d512d5f9c" providerId="ADAL" clId="{24DC15FF-54D3-5457-BCA9-AE6B05F2B0C1}" dt="2025-10-22T17:33:43.190" v="5863"/>
          <ac:spMkLst>
            <pc:docMk/>
            <pc:sldMk cId="3058119068" sldId="2147474279"/>
            <ac:spMk id="27" creationId="{0220CDB8-EAAF-6F04-E2E8-CD7C386A086D}"/>
          </ac:spMkLst>
        </pc:spChg>
        <pc:spChg chg="mod">
          <ac:chgData name="Bojan Cubela" userId="8e0f3e2b-9b1d-4a7a-832f-993d512d5f9c" providerId="ADAL" clId="{24DC15FF-54D3-5457-BCA9-AE6B05F2B0C1}" dt="2025-10-22T17:34:42.536" v="5907" actId="14100"/>
          <ac:spMkLst>
            <pc:docMk/>
            <pc:sldMk cId="3058119068" sldId="2147474279"/>
            <ac:spMk id="28" creationId="{8E750B83-8BEE-9CF1-287A-F1B2D1475E91}"/>
          </ac:spMkLst>
        </pc:spChg>
        <pc:spChg chg="mod">
          <ac:chgData name="Bojan Cubela" userId="8e0f3e2b-9b1d-4a7a-832f-993d512d5f9c" providerId="ADAL" clId="{24DC15FF-54D3-5457-BCA9-AE6B05F2B0C1}" dt="2025-10-22T17:37:27.870" v="5937" actId="20577"/>
          <ac:spMkLst>
            <pc:docMk/>
            <pc:sldMk cId="3058119068" sldId="2147474279"/>
            <ac:spMk id="29" creationId="{1C38EE03-D933-AF6F-B50A-EA2D5437F7DA}"/>
          </ac:spMkLst>
        </pc:spChg>
        <pc:spChg chg="add mod">
          <ac:chgData name="Bojan Cubela" userId="8e0f3e2b-9b1d-4a7a-832f-993d512d5f9c" providerId="ADAL" clId="{24DC15FF-54D3-5457-BCA9-AE6B05F2B0C1}" dt="2025-10-22T17:37:25.709" v="5936" actId="20577"/>
          <ac:spMkLst>
            <pc:docMk/>
            <pc:sldMk cId="3058119068" sldId="2147474279"/>
            <ac:spMk id="30" creationId="{095DC220-53B7-10D8-B841-524884E9DC82}"/>
          </ac:spMkLst>
        </pc:spChg>
        <pc:grpChg chg="add mod">
          <ac:chgData name="Bojan Cubela" userId="8e0f3e2b-9b1d-4a7a-832f-993d512d5f9c" providerId="ADAL" clId="{24DC15FF-54D3-5457-BCA9-AE6B05F2B0C1}" dt="2025-10-22T17:35:02.543" v="5909" actId="1076"/>
          <ac:grpSpMkLst>
            <pc:docMk/>
            <pc:sldMk cId="3058119068" sldId="2147474279"/>
            <ac:grpSpMk id="24" creationId="{E096528F-2CB5-2B24-A2FB-B0C1A12F8774}"/>
          </ac:grpSpMkLst>
        </pc:grpChg>
        <pc:grpChg chg="add mod">
          <ac:chgData name="Bojan Cubela" userId="8e0f3e2b-9b1d-4a7a-832f-993d512d5f9c" providerId="ADAL" clId="{24DC15FF-54D3-5457-BCA9-AE6B05F2B0C1}" dt="2025-10-22T17:35:02.543" v="5909" actId="1076"/>
          <ac:grpSpMkLst>
            <pc:docMk/>
            <pc:sldMk cId="3058119068" sldId="2147474279"/>
            <ac:grpSpMk id="26" creationId="{B0D48D7F-53DB-5F11-1EE6-5BACDD48C15B}"/>
          </ac:grpSpMkLst>
        </pc:grpChg>
        <pc:picChg chg="add mod ord">
          <ac:chgData name="Bojan Cubela" userId="8e0f3e2b-9b1d-4a7a-832f-993d512d5f9c" providerId="ADAL" clId="{24DC15FF-54D3-5457-BCA9-AE6B05F2B0C1}" dt="2025-10-22T17:34:54.721" v="5908" actId="1076"/>
          <ac:picMkLst>
            <pc:docMk/>
            <pc:sldMk cId="3058119068" sldId="2147474279"/>
            <ac:picMk id="5" creationId="{F7CD5C3D-5CBF-F06A-FA57-81A4268C8480}"/>
          </ac:picMkLst>
        </pc:picChg>
        <pc:picChg chg="add mod">
          <ac:chgData name="Bojan Cubela" userId="8e0f3e2b-9b1d-4a7a-832f-993d512d5f9c" providerId="ADAL" clId="{24DC15FF-54D3-5457-BCA9-AE6B05F2B0C1}" dt="2025-10-22T17:34:54.721" v="5908" actId="1076"/>
          <ac:picMkLst>
            <pc:docMk/>
            <pc:sldMk cId="3058119068" sldId="2147474279"/>
            <ac:picMk id="6" creationId="{BDCB4064-5108-602F-641B-BE4174B81B19}"/>
          </ac:picMkLst>
        </pc:picChg>
        <pc:picChg chg="add mod">
          <ac:chgData name="Bojan Cubela" userId="8e0f3e2b-9b1d-4a7a-832f-993d512d5f9c" providerId="ADAL" clId="{24DC15FF-54D3-5457-BCA9-AE6B05F2B0C1}" dt="2025-10-22T17:34:54.721" v="5908" actId="1076"/>
          <ac:picMkLst>
            <pc:docMk/>
            <pc:sldMk cId="3058119068" sldId="2147474279"/>
            <ac:picMk id="8" creationId="{32D8D95D-E438-4F97-C977-A8441F7E0FC2}"/>
          </ac:picMkLst>
        </pc:picChg>
        <pc:picChg chg="add mod">
          <ac:chgData name="Bojan Cubela" userId="8e0f3e2b-9b1d-4a7a-832f-993d512d5f9c" providerId="ADAL" clId="{24DC15FF-54D3-5457-BCA9-AE6B05F2B0C1}" dt="2025-10-22T17:34:54.721" v="5908" actId="1076"/>
          <ac:picMkLst>
            <pc:docMk/>
            <pc:sldMk cId="3058119068" sldId="2147474279"/>
            <ac:picMk id="15" creationId="{CD15B878-62DB-0732-BB4E-4C110561CDD5}"/>
          </ac:picMkLst>
        </pc:picChg>
        <pc:picChg chg="add mod">
          <ac:chgData name="Bojan Cubela" userId="8e0f3e2b-9b1d-4a7a-832f-993d512d5f9c" providerId="ADAL" clId="{24DC15FF-54D3-5457-BCA9-AE6B05F2B0C1}" dt="2025-10-22T17:34:54.721" v="5908" actId="1076"/>
          <ac:picMkLst>
            <pc:docMk/>
            <pc:sldMk cId="3058119068" sldId="2147474279"/>
            <ac:picMk id="16" creationId="{FDC3AF14-0FBA-8C21-E6AB-3E30E6E61492}"/>
          </ac:picMkLst>
        </pc:picChg>
      </pc:sldChg>
      <pc:sldMasterChg chg="addSp delSp modSp mod modSldLayout">
        <pc:chgData name="Bojan Cubela" userId="8e0f3e2b-9b1d-4a7a-832f-993d512d5f9c" providerId="ADAL" clId="{24DC15FF-54D3-5457-BCA9-AE6B05F2B0C1}" dt="2025-10-23T12:39:48.044" v="6349" actId="1076"/>
        <pc:sldMasterMkLst>
          <pc:docMk/>
          <pc:sldMasterMk cId="704855129" sldId="2147483648"/>
        </pc:sldMasterMkLst>
        <pc:spChg chg="mod">
          <ac:chgData name="Bojan Cubela" userId="8e0f3e2b-9b1d-4a7a-832f-993d512d5f9c" providerId="ADAL" clId="{24DC15FF-54D3-5457-BCA9-AE6B05F2B0C1}" dt="2025-10-23T12:34:35.908" v="6344" actId="1076"/>
          <ac:spMkLst>
            <pc:docMk/>
            <pc:sldMasterMk cId="704855129" sldId="2147483648"/>
            <ac:spMk id="6" creationId="{18E1AAC7-9BD0-D3B2-E5C1-41F64D41E3FF}"/>
          </ac:spMkLst>
        </pc:spChg>
        <pc:picChg chg="add del">
          <ac:chgData name="Bojan Cubela" userId="8e0f3e2b-9b1d-4a7a-832f-993d512d5f9c" providerId="ADAL" clId="{24DC15FF-54D3-5457-BCA9-AE6B05F2B0C1}" dt="2025-10-23T12:35:33.862" v="6346" actId="478"/>
          <ac:picMkLst>
            <pc:docMk/>
            <pc:sldMasterMk cId="704855129" sldId="2147483648"/>
            <ac:picMk id="7" creationId="{F42F3D79-6CEF-CC39-7794-7AFC5F8909BD}"/>
          </ac:picMkLst>
        </pc:picChg>
        <pc:sldLayoutChg chg="delSp mod">
          <pc:chgData name="Bojan Cubela" userId="8e0f3e2b-9b1d-4a7a-832f-993d512d5f9c" providerId="ADAL" clId="{24DC15FF-54D3-5457-BCA9-AE6B05F2B0C1}" dt="2025-10-22T15:34:37.293" v="3967" actId="478"/>
          <pc:sldLayoutMkLst>
            <pc:docMk/>
            <pc:sldMasterMk cId="704855129" sldId="2147483648"/>
            <pc:sldLayoutMk cId="1149673261" sldId="2147483655"/>
          </pc:sldLayoutMkLst>
        </pc:sldLayoutChg>
        <pc:sldLayoutChg chg="modSp mod">
          <pc:chgData name="Bojan Cubela" userId="8e0f3e2b-9b1d-4a7a-832f-993d512d5f9c" providerId="ADAL" clId="{24DC15FF-54D3-5457-BCA9-AE6B05F2B0C1}" dt="2025-10-23T12:39:01.012" v="6348" actId="1076"/>
          <pc:sldLayoutMkLst>
            <pc:docMk/>
            <pc:sldMasterMk cId="704855129" sldId="2147483648"/>
            <pc:sldLayoutMk cId="1876413819" sldId="2147483685"/>
          </pc:sldLayoutMkLst>
          <pc:spChg chg="mod">
            <ac:chgData name="Bojan Cubela" userId="8e0f3e2b-9b1d-4a7a-832f-993d512d5f9c" providerId="ADAL" clId="{24DC15FF-54D3-5457-BCA9-AE6B05F2B0C1}" dt="2025-10-23T12:39:01.012" v="6348" actId="1076"/>
            <ac:spMkLst>
              <pc:docMk/>
              <pc:sldMasterMk cId="704855129" sldId="2147483648"/>
              <pc:sldLayoutMk cId="1876413819" sldId="2147483685"/>
              <ac:spMk id="5" creationId="{E0B1F35D-44AF-C5D6-77CF-D88B70B2FA2A}"/>
            </ac:spMkLst>
          </pc:spChg>
        </pc:sldLayoutChg>
        <pc:sldLayoutChg chg="delSp modSp mod">
          <pc:chgData name="Bojan Cubela" userId="8e0f3e2b-9b1d-4a7a-832f-993d512d5f9c" providerId="ADAL" clId="{24DC15FF-54D3-5457-BCA9-AE6B05F2B0C1}" dt="2025-10-23T12:39:48.044" v="6349" actId="1076"/>
          <pc:sldLayoutMkLst>
            <pc:docMk/>
            <pc:sldMasterMk cId="704855129" sldId="2147483648"/>
            <pc:sldLayoutMk cId="909401422" sldId="2147483692"/>
          </pc:sldLayoutMkLst>
          <pc:spChg chg="mod">
            <ac:chgData name="Bojan Cubela" userId="8e0f3e2b-9b1d-4a7a-832f-993d512d5f9c" providerId="ADAL" clId="{24DC15FF-54D3-5457-BCA9-AE6B05F2B0C1}" dt="2025-10-23T12:39:48.044" v="6349" actId="1076"/>
            <ac:spMkLst>
              <pc:docMk/>
              <pc:sldMasterMk cId="704855129" sldId="2147483648"/>
              <pc:sldLayoutMk cId="909401422" sldId="2147483692"/>
              <ac:spMk id="2" creationId="{A3660FD3-F87A-C570-93D0-8C627095EF2D}"/>
            </ac:spMkLst>
          </pc:spChg>
          <pc:spChg chg="mod">
            <ac:chgData name="Bojan Cubela" userId="8e0f3e2b-9b1d-4a7a-832f-993d512d5f9c" providerId="ADAL" clId="{24DC15FF-54D3-5457-BCA9-AE6B05F2B0C1}" dt="2025-10-23T12:39:48.044" v="6349" actId="1076"/>
            <ac:spMkLst>
              <pc:docMk/>
              <pc:sldMasterMk cId="704855129" sldId="2147483648"/>
              <pc:sldLayoutMk cId="909401422" sldId="2147483692"/>
              <ac:spMk id="3" creationId="{5E3ECD5A-D320-5AC4-C691-541BE88402E2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F90179-32DC-34FE-5D38-30B2493468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BFDCA-184E-2FBD-54F1-AFB5B8F7AF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EB411-EF62-8E4B-BCD4-8BE95A2BD840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0D0295-B51C-19F9-EB0C-54B8A5C01F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69A27-F5D4-7843-D4E0-FBA976C23A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E1959-523B-0B41-87B1-78CA528C1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7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DC5DA4D1-CA3B-0947-92F6-1D4B84B0A68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CF0EF6CC-639B-904C-90D4-A7DAA372B3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1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hyperlink" Target="https://fonts.google.com/specimen/Poppins" TargetMode="External"/><Relationship Id="rId14" Type="http://schemas.openxmlformats.org/officeDocument/2006/relationships/image" Target="../media/image1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svg"/><Relationship Id="rId18" Type="http://schemas.openxmlformats.org/officeDocument/2006/relationships/image" Target="../media/image18.png"/><Relationship Id="rId19" Type="http://schemas.openxmlformats.org/officeDocument/2006/relationships/image" Target="../media/image19.svg"/><Relationship Id="rId20" Type="http://schemas.openxmlformats.org/officeDocument/2006/relationships/image" Target="../media/image20.png"/><Relationship Id="rId21" Type="http://schemas.openxmlformats.org/officeDocument/2006/relationships/image" Target="../media/image21.svg"/><Relationship Id="rId22" Type="http://schemas.openxmlformats.org/officeDocument/2006/relationships/image" Target="../media/image22.png"/><Relationship Id="rId23" Type="http://schemas.openxmlformats.org/officeDocument/2006/relationships/image" Target="../media/image23.svg"/><Relationship Id="rId24" Type="http://schemas.openxmlformats.org/officeDocument/2006/relationships/image" Target="../media/image24.png"/><Relationship Id="rId25" Type="http://schemas.openxmlformats.org/officeDocument/2006/relationships/image" Target="../media/image25.svg"/><Relationship Id="rId26" Type="http://schemas.openxmlformats.org/officeDocument/2006/relationships/image" Target="../media/image26.png"/><Relationship Id="rId27" Type="http://schemas.openxmlformats.org/officeDocument/2006/relationships/image" Target="../media/image27.svg"/><Relationship Id="rId28" Type="http://schemas.openxmlformats.org/officeDocument/2006/relationships/image" Target="../media/image28.png"/><Relationship Id="rId29" Type="http://schemas.openxmlformats.org/officeDocument/2006/relationships/image" Target="../media/image29.svg"/><Relationship Id="rId30" Type="http://schemas.openxmlformats.org/officeDocument/2006/relationships/image" Target="../media/image30.png"/><Relationship Id="rId31" Type="http://schemas.openxmlformats.org/officeDocument/2006/relationships/image" Target="../media/image31.svg"/><Relationship Id="rId32" Type="http://schemas.openxmlformats.org/officeDocument/2006/relationships/image" Target="../media/image32.png"/><Relationship Id="rId33" Type="http://schemas.openxmlformats.org/officeDocument/2006/relationships/image" Target="../media/image33.svg"/><Relationship Id="rId34" Type="http://schemas.openxmlformats.org/officeDocument/2006/relationships/image" Target="../media/image34.png"/><Relationship Id="rId35" Type="http://schemas.openxmlformats.org/officeDocument/2006/relationships/image" Target="../media/image35.png"/><Relationship Id="rId36" Type="http://schemas.openxmlformats.org/officeDocument/2006/relationships/image" Target="../media/image36.svg"/><Relationship Id="rId37" Type="http://schemas.openxmlformats.org/officeDocument/2006/relationships/image" Target="../media/image37.png"/><Relationship Id="rId38" Type="http://schemas.openxmlformats.org/officeDocument/2006/relationships/image" Target="../media/image38.png"/><Relationship Id="rId39" Type="http://schemas.openxmlformats.org/officeDocument/2006/relationships/image" Target="../media/image3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hyperlink" Target="https://fonts.google.com/specimen/Poppins" TargetMode="External"/><Relationship Id="rId14" Type="http://schemas.openxmlformats.org/officeDocument/2006/relationships/image" Target="../media/image1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svg"/><Relationship Id="rId18" Type="http://schemas.openxmlformats.org/officeDocument/2006/relationships/image" Target="../media/image18.png"/><Relationship Id="rId19" Type="http://schemas.openxmlformats.org/officeDocument/2006/relationships/image" Target="../media/image19.svg"/><Relationship Id="rId20" Type="http://schemas.openxmlformats.org/officeDocument/2006/relationships/image" Target="../media/image20.png"/><Relationship Id="rId21" Type="http://schemas.openxmlformats.org/officeDocument/2006/relationships/image" Target="../media/image21.svg"/><Relationship Id="rId22" Type="http://schemas.openxmlformats.org/officeDocument/2006/relationships/image" Target="../media/image22.png"/><Relationship Id="rId23" Type="http://schemas.openxmlformats.org/officeDocument/2006/relationships/image" Target="../media/image23.svg"/><Relationship Id="rId24" Type="http://schemas.openxmlformats.org/officeDocument/2006/relationships/image" Target="../media/image24.png"/><Relationship Id="rId25" Type="http://schemas.openxmlformats.org/officeDocument/2006/relationships/image" Target="../media/image25.svg"/><Relationship Id="rId26" Type="http://schemas.openxmlformats.org/officeDocument/2006/relationships/image" Target="../media/image26.png"/><Relationship Id="rId27" Type="http://schemas.openxmlformats.org/officeDocument/2006/relationships/image" Target="../media/image27.svg"/><Relationship Id="rId28" Type="http://schemas.openxmlformats.org/officeDocument/2006/relationships/image" Target="../media/image28.png"/><Relationship Id="rId29" Type="http://schemas.openxmlformats.org/officeDocument/2006/relationships/image" Target="../media/image29.svg"/><Relationship Id="rId30" Type="http://schemas.openxmlformats.org/officeDocument/2006/relationships/image" Target="../media/image30.png"/><Relationship Id="rId31" Type="http://schemas.openxmlformats.org/officeDocument/2006/relationships/image" Target="../media/image31.svg"/><Relationship Id="rId32" Type="http://schemas.openxmlformats.org/officeDocument/2006/relationships/image" Target="../media/image32.png"/><Relationship Id="rId33" Type="http://schemas.openxmlformats.org/officeDocument/2006/relationships/image" Target="../media/image33.svg"/><Relationship Id="rId34" Type="http://schemas.openxmlformats.org/officeDocument/2006/relationships/image" Target="../media/image34.png"/><Relationship Id="rId35" Type="http://schemas.openxmlformats.org/officeDocument/2006/relationships/image" Target="../media/image35.png"/><Relationship Id="rId36" Type="http://schemas.openxmlformats.org/officeDocument/2006/relationships/image" Target="../media/image36.svg"/><Relationship Id="rId37" Type="http://schemas.openxmlformats.org/officeDocument/2006/relationships/image" Target="../media/image37.png"/><Relationship Id="rId38" Type="http://schemas.openxmlformats.org/officeDocument/2006/relationships/image" Target="../media/image38.png"/><Relationship Id="rId39" Type="http://schemas.openxmlformats.org/officeDocument/2006/relationships/image" Target="../media/image3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gradFill flip="none" rotWithShape="1">
          <a:gsLst>
            <a:gs pos="34000">
              <a:schemeClr val="tx1"/>
            </a:gs>
            <a:gs pos="75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6DF9A3C-5226-6B54-B26D-CE880419AE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-8878"/>
            <a:ext cx="12193101" cy="6913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1ED27-83F2-A657-D300-225FC70C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8" y="928566"/>
            <a:ext cx="10090152" cy="2852737"/>
          </a:xfrm>
        </p:spPr>
        <p:txBody>
          <a:bodyPr anchor="b">
            <a:normAutofit/>
          </a:bodyPr>
          <a:lstStyle>
            <a:lvl1pPr>
              <a:defRPr sz="48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54435-E26D-813B-F74F-3563CEB06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298" y="3842710"/>
            <a:ext cx="10090152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DCF36-A667-04FD-B1B5-3E844581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0" i="0">
                <a:solidFill>
                  <a:schemeClr val="bg2"/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1704B-9E6D-68EF-C600-92E2140D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6663EAE-35F8-24CC-537F-7BCBDB8B18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62802" y="5404304"/>
            <a:ext cx="2244967" cy="54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4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a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D1E3-4F97-E996-8D3B-9E40B38E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9891681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chemeClr val="accent1"/>
                </a:solidFill>
                <a:latin typeface="Poppins Medium" pitchFamily="2" charset="77"/>
                <a:ea typeface="+mj-ea"/>
                <a:cs typeface="Poppins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BB612-11CE-A31E-995A-A77EE2225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517904"/>
            <a:ext cx="10515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  <a:lvl2pPr>
              <a:defRPr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b="0" i="1">
                <a:latin typeface="Poppins" pitchFamily="2" charset="77"/>
                <a:cs typeface="Poppins" pitchFamily="2" charset="77"/>
              </a:defRPr>
            </a:lvl3pPr>
            <a:lvl4pPr>
              <a:defRPr b="0" i="0">
                <a:latin typeface="Poppins" pitchFamily="2" charset="77"/>
                <a:cs typeface="Poppins" pitchFamily="2" charset="77"/>
              </a:defRPr>
            </a:lvl4pPr>
            <a:lvl5pPr>
              <a:defRPr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4636-48E8-3953-9CC8-C345E627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0B644-F8F7-2AFA-759D-D5F233DA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0536" y="6356350"/>
            <a:ext cx="5211270" cy="365125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b="0" i="0">
                <a:latin typeface="Poppins" pitchFamily="2" charset="77"/>
              </a:defRPr>
            </a:lvl1pPr>
          </a:lstStyle>
          <a:p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7253D">
                    <a:tint val="75000"/>
                  </a:srgbClr>
                </a:solidFill>
                <a:effectLst/>
                <a:uLnTx/>
                <a:uFillTx/>
                <a:latin typeface="Poppins" pitchFamily="2" charset="77"/>
                <a:ea typeface="+mn-ea"/>
                <a:cs typeface="+mn-cs"/>
              </a:rPr>
              <a:t>Private and Confidential. Property of Synaptic Advisory Partners ©2025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7C064-814B-7A12-F831-A9C8F82C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61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B_Title and Content_Ribb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D1E3-4F97-E996-8D3B-9E40B38E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9902314" cy="1325563"/>
          </a:xfrm>
        </p:spPr>
        <p:txBody>
          <a:bodyPr/>
          <a:lstStyle>
            <a:lvl1pPr>
              <a:defRPr b="0" i="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BB612-11CE-A31E-995A-A77EE2225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517904"/>
            <a:ext cx="10515600" cy="4351338"/>
          </a:xfrm>
        </p:spPr>
        <p:txBody>
          <a:bodyPr/>
          <a:lstStyle>
            <a:lvl1pPr>
              <a:defRPr b="0" i="0">
                <a:latin typeface="Poppins Medium" pitchFamily="2" charset="77"/>
                <a:cs typeface="Poppins Medium" pitchFamily="2" charset="77"/>
              </a:defRPr>
            </a:lvl1pPr>
            <a:lvl2pPr>
              <a:defRPr b="0" i="0">
                <a:latin typeface="Poppins" pitchFamily="2" charset="77"/>
                <a:cs typeface="Poppins" pitchFamily="2" charset="77"/>
              </a:defRPr>
            </a:lvl2pPr>
            <a:lvl3pPr>
              <a:defRPr b="0" i="1">
                <a:latin typeface="Poppins" pitchFamily="2" charset="77"/>
                <a:cs typeface="Poppins" pitchFamily="2" charset="77"/>
              </a:defRPr>
            </a:lvl3pPr>
            <a:lvl4pPr>
              <a:defRPr b="0" i="0">
                <a:latin typeface="Poppins" pitchFamily="2" charset="77"/>
                <a:cs typeface="Poppins" pitchFamily="2" charset="77"/>
              </a:defRPr>
            </a:lvl4pPr>
            <a:lvl5pPr>
              <a:defRPr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4636-48E8-3953-9CC8-C345E627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0B644-F8F7-2AFA-759D-D5F233DA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0536" y="6356350"/>
            <a:ext cx="5211270" cy="365125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b="0" i="0">
                <a:latin typeface="Poppins" pitchFamily="2" charset="77"/>
              </a:defRPr>
            </a:lvl1pPr>
          </a:lstStyle>
          <a:p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7253D">
                    <a:tint val="75000"/>
                  </a:srgbClr>
                </a:solidFill>
                <a:effectLst/>
                <a:uLnTx/>
                <a:uFillTx/>
                <a:latin typeface="Poppins" pitchFamily="2" charset="77"/>
                <a:ea typeface="+mn-ea"/>
                <a:cs typeface="+mn-cs"/>
              </a:rPr>
              <a:t>Private and Confidential. Property of Synaptic Advisory Partners ©2025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7C064-814B-7A12-F831-A9C8F82C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811BAE-A3CB-EFDA-3D46-13216EE9843E}"/>
              </a:ext>
            </a:extLst>
          </p:cNvPr>
          <p:cNvSpPr/>
          <p:nvPr userDrawn="1"/>
        </p:nvSpPr>
        <p:spPr>
          <a:xfrm>
            <a:off x="0" y="0"/>
            <a:ext cx="118533" cy="6866878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chemeClr val="tx1"/>
              </a:gs>
              <a:gs pos="2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6">
            <a:extLst>
              <a:ext uri="{FF2B5EF4-FFF2-40B4-BE49-F238E27FC236}">
                <a16:creationId xmlns:a16="http://schemas.microsoft.com/office/drawing/2014/main" id="{6AD0E6FC-331B-FD59-3BAA-4B2F146A3B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24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a_Two Col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7D95-E02D-DB97-0C4C-667FEB8B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9891681" cy="1325563"/>
          </a:xfrm>
        </p:spPr>
        <p:txBody>
          <a:bodyPr/>
          <a:lstStyle>
            <a:lvl1pPr>
              <a:defRPr b="0" i="0">
                <a:latin typeface="Poppins Light" pitchFamily="2" charset="77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3056C-4FE8-57E6-D845-FBF2D7C0D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472" y="1520825"/>
            <a:ext cx="5181600" cy="4351338"/>
          </a:xfrm>
        </p:spPr>
        <p:txBody>
          <a:bodyPr/>
          <a:lstStyle>
            <a:lvl1pPr>
              <a:defRPr b="0" i="0">
                <a:latin typeface="Poppins Medium" pitchFamily="2" charset="77"/>
                <a:cs typeface="Poppins Medium" pitchFamily="2" charset="77"/>
              </a:defRPr>
            </a:lvl1pPr>
            <a:lvl2pPr>
              <a:defRPr b="0" i="0">
                <a:latin typeface="Poppins" pitchFamily="2" charset="77"/>
                <a:cs typeface="Poppins" pitchFamily="2" charset="77"/>
              </a:defRPr>
            </a:lvl2pPr>
            <a:lvl3pPr>
              <a:defRPr b="0" i="1">
                <a:latin typeface="Poppins" pitchFamily="2" charset="77"/>
                <a:cs typeface="Poppins" pitchFamily="2" charset="77"/>
              </a:defRPr>
            </a:lvl3pPr>
            <a:lvl4pPr>
              <a:defRPr b="0" i="0">
                <a:latin typeface="Poppins" pitchFamily="2" charset="77"/>
                <a:cs typeface="Poppins" pitchFamily="2" charset="77"/>
              </a:defRPr>
            </a:lvl4pPr>
            <a:lvl5pPr>
              <a:defRPr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C6ABE-F577-0924-1995-E15252459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81472" y="1520825"/>
            <a:ext cx="5181600" cy="4351338"/>
          </a:xfrm>
        </p:spPr>
        <p:txBody>
          <a:bodyPr/>
          <a:lstStyle>
            <a:lvl1pPr marL="228600" indent="-228600">
              <a:defRPr lang="en-US" sz="2400" b="0" i="0" kern="1200" baseline="0" dirty="0">
                <a:solidFill>
                  <a:schemeClr val="tx1"/>
                </a:solidFill>
                <a:latin typeface="Poppins Medium" pitchFamily="2" charset="77"/>
                <a:ea typeface="+mn-ea"/>
                <a:cs typeface="Poppins Medium" pitchFamily="2" charset="77"/>
              </a:defRPr>
            </a:lvl1pPr>
            <a:lvl2pPr>
              <a:defRPr b="0" i="0">
                <a:latin typeface="Poppins" pitchFamily="2" charset="77"/>
                <a:cs typeface="Poppins" pitchFamily="2" charset="77"/>
              </a:defRPr>
            </a:lvl2pPr>
            <a:lvl3pPr>
              <a:defRPr b="0" i="1">
                <a:latin typeface="Poppins" pitchFamily="2" charset="77"/>
                <a:cs typeface="Poppins" pitchFamily="2" charset="77"/>
              </a:defRPr>
            </a:lvl3pPr>
            <a:lvl4pPr>
              <a:defRPr b="0" i="0">
                <a:latin typeface="Poppins" pitchFamily="2" charset="77"/>
                <a:cs typeface="Poppins" pitchFamily="2" charset="77"/>
              </a:defRPr>
            </a:lvl4pPr>
            <a:lvl5pPr>
              <a:defRPr b="0" i="0">
                <a:latin typeface="Poppins" pitchFamily="2" charset="77"/>
                <a:cs typeface="Poppins" pitchFamily="2" charset="77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FFE21-1870-E027-3DEE-D89E757E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E5EFC-A1BC-17CB-B4CC-EDFDF6FE8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E0B6C-A55F-2A0C-8C33-D67C7D14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6">
            <a:extLst>
              <a:ext uri="{FF2B5EF4-FFF2-40B4-BE49-F238E27FC236}">
                <a16:creationId xmlns:a16="http://schemas.microsoft.com/office/drawing/2014/main" id="{33A5EEDE-A5E2-3916-92DD-F5F7EB3EE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58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77F3-0FAB-65FA-DB6A-00AD1CD3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3" y="0"/>
            <a:ext cx="9827886" cy="1325563"/>
          </a:xfrm>
        </p:spPr>
        <p:txBody>
          <a:bodyPr lIns="91440" tIns="4572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chemeClr val="accent1"/>
                </a:solidFill>
                <a:latin typeface="Poppins Medium" pitchFamily="2" charset="77"/>
                <a:ea typeface="+mj-ea"/>
                <a:cs typeface="Poppins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282D-3448-A11E-DE60-229CA891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4CA19-0971-6495-5B07-C2E17261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1F35D-44AF-C5D6-77CF-D88B70B2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6">
            <a:extLst>
              <a:ext uri="{FF2B5EF4-FFF2-40B4-BE49-F238E27FC236}">
                <a16:creationId xmlns:a16="http://schemas.microsoft.com/office/drawing/2014/main" id="{58A52893-C3BC-F5D2-BA67-2D02ABF198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4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B_Title Only_Ribb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77F3-0FAB-65FA-DB6A-00AD1CD3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435" y="0"/>
            <a:ext cx="9860821" cy="1325563"/>
          </a:xfrm>
        </p:spPr>
        <p:txBody>
          <a:bodyPr lIns="91440" tIns="4572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chemeClr val="accent1"/>
                </a:solidFill>
                <a:latin typeface="Poppins Medium" pitchFamily="2" charset="77"/>
                <a:ea typeface="+mj-ea"/>
                <a:cs typeface="Poppins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282D-3448-A11E-DE60-229CA891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7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4CA19-0971-6495-5B07-C2E17261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1F35D-44AF-C5D6-77CF-D88B70B2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4256" y="6427912"/>
            <a:ext cx="43295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746832-6F8B-08F5-FE87-A1D3581756F6}"/>
              </a:ext>
            </a:extLst>
          </p:cNvPr>
          <p:cNvSpPr/>
          <p:nvPr userDrawn="1"/>
        </p:nvSpPr>
        <p:spPr>
          <a:xfrm>
            <a:off x="-3520" y="0"/>
            <a:ext cx="122054" cy="6866878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chemeClr val="tx1"/>
              </a:gs>
              <a:gs pos="2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1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_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04D9FD-21B2-A4C0-F253-65585A06A3E1}"/>
              </a:ext>
            </a:extLst>
          </p:cNvPr>
          <p:cNvSpPr/>
          <p:nvPr userDrawn="1"/>
        </p:nvSpPr>
        <p:spPr>
          <a:xfrm>
            <a:off x="8479557" y="0"/>
            <a:ext cx="371244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E77F3-0FAB-65FA-DB6A-00AD1CD3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8157423" cy="1325563"/>
          </a:xfrm>
        </p:spPr>
        <p:txBody>
          <a:bodyPr lIns="91440" tIns="4572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chemeClr val="accent1"/>
                </a:solidFill>
                <a:latin typeface="Poppins Medium" pitchFamily="2" charset="77"/>
                <a:ea typeface="+mj-ea"/>
                <a:cs typeface="Poppins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282D-3448-A11E-DE60-229CA891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47472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4CA19-0971-6495-5B07-C2E17261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208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1F35D-44AF-C5D6-77CF-D88B70B2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7D238E9-E8A6-22D4-D6BA-0EBC5B1195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41864" y="192024"/>
            <a:ext cx="1508760" cy="36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9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_White_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49"/>
            <a:ext cx="2743200" cy="365760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73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_lightGrey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49"/>
            <a:ext cx="2743200" cy="365760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18CFCE0F-5421-3DB9-4FF2-B38DF8C361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avy_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Light_Blue_Background">
    <p:bg>
      <p:bgPr>
        <a:gradFill flip="none" rotWithShape="1">
          <a:gsLst>
            <a:gs pos="1000">
              <a:schemeClr val="tx1"/>
            </a:gs>
            <a:gs pos="90000">
              <a:schemeClr val="accent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AB12A0-E15D-E188-C73C-882707EBC7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41864" y="192024"/>
            <a:ext cx="1508760" cy="36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717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_Dk_Grey_Background">
    <p:bg>
      <p:bgPr>
        <a:gradFill flip="none" rotWithShape="1">
          <a:gsLst>
            <a:gs pos="1000">
              <a:schemeClr val="tx1"/>
            </a:gs>
            <a:gs pos="53000">
              <a:schemeClr val="tx2"/>
            </a:gs>
            <a:gs pos="100000">
              <a:schemeClr val="tx2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11CF7C-DD63-0373-7FB7-4FC9314892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41864" y="192024"/>
            <a:ext cx="1508760" cy="36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65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Light_Grey_Background">
    <p:bg>
      <p:bgPr>
        <a:gradFill flip="none" rotWithShape="1">
          <a:gsLst>
            <a:gs pos="77000">
              <a:schemeClr val="accent6"/>
            </a:gs>
            <a:gs pos="0">
              <a:schemeClr val="tx2"/>
            </a:gs>
            <a:gs pos="100000">
              <a:schemeClr val="bg2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406933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406933"/>
            <a:ext cx="521127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014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REFERENCE RE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D8B7518-9F0A-042D-4025-4B686A61E988}"/>
              </a:ext>
            </a:extLst>
          </p:cNvPr>
          <p:cNvSpPr/>
          <p:nvPr userDrawn="1"/>
        </p:nvSpPr>
        <p:spPr>
          <a:xfrm>
            <a:off x="10159528" y="1963721"/>
            <a:ext cx="2022486" cy="71293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E77F3-0FAB-65FA-DB6A-00AD1CD3B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271" y="1"/>
            <a:ext cx="10370519" cy="859178"/>
          </a:xfrm>
        </p:spPr>
        <p:txBody>
          <a:bodyPr lIns="182880" tIns="274320" anchor="t"/>
          <a:lstStyle>
            <a:lvl1pPr>
              <a:defRPr b="0" i="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r>
              <a:rPr lang="en-US"/>
              <a:t>Synaptic 2025 Brand Refresh V2 - Reference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282D-3448-A11E-DE60-229CA891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4CA19-0971-6495-5B07-C2E17261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1F35D-44AF-C5D6-77CF-D88B70B2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D26EB8-759A-374B-0FB3-A0E580C2568B}"/>
              </a:ext>
            </a:extLst>
          </p:cNvPr>
          <p:cNvSpPr/>
          <p:nvPr userDrawn="1"/>
        </p:nvSpPr>
        <p:spPr>
          <a:xfrm>
            <a:off x="405561" y="3322572"/>
            <a:ext cx="2022486" cy="13772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BE2A9-3349-FF90-4C06-3F23B45980C8}"/>
              </a:ext>
            </a:extLst>
          </p:cNvPr>
          <p:cNvSpPr txBox="1"/>
          <p:nvPr userDrawn="1"/>
        </p:nvSpPr>
        <p:spPr>
          <a:xfrm>
            <a:off x="704250" y="1028813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Logo/Mark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2CA43-62A3-D5D7-7758-23F2D7925AE8}"/>
              </a:ext>
            </a:extLst>
          </p:cNvPr>
          <p:cNvSpPr txBox="1"/>
          <p:nvPr userDrawn="1"/>
        </p:nvSpPr>
        <p:spPr>
          <a:xfrm>
            <a:off x="3034043" y="1028813"/>
            <a:ext cx="777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Primary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3C4B14-9254-7817-9C94-F6E63E194C2B}"/>
              </a:ext>
            </a:extLst>
          </p:cNvPr>
          <p:cNvSpPr txBox="1"/>
          <p:nvPr userDrawn="1"/>
        </p:nvSpPr>
        <p:spPr>
          <a:xfrm>
            <a:off x="4356457" y="1028813"/>
            <a:ext cx="1011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Secondary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C9A517F-575E-8423-3EAB-94B1545433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28" y="4083653"/>
            <a:ext cx="1629279" cy="3922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7ED43DE-9A32-25EE-6220-626F0B0A6A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28" y="2156273"/>
            <a:ext cx="1629281" cy="3923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7A95A28-25CC-6471-AE5C-81F9156619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19028" y="1588857"/>
            <a:ext cx="1629279" cy="3922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744C496-D42A-9BC0-CCA9-9BFA91728603}"/>
              </a:ext>
            </a:extLst>
          </p:cNvPr>
          <p:cNvSpPr/>
          <p:nvPr userDrawn="1"/>
        </p:nvSpPr>
        <p:spPr>
          <a:xfrm>
            <a:off x="3044850" y="2668754"/>
            <a:ext cx="815802" cy="815802"/>
          </a:xfrm>
          <a:prstGeom prst="rect">
            <a:avLst/>
          </a:prstGeom>
          <a:solidFill>
            <a:srgbClr val="FB4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Poppins" pitchFamily="2" charset="77"/>
                <a:cs typeface="Poppins" pitchFamily="2" charset="77"/>
              </a:rPr>
              <a:t>#FB4100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28C772-F1B8-CD12-29A7-DBFE1FF5254D}"/>
              </a:ext>
            </a:extLst>
          </p:cNvPr>
          <p:cNvSpPr/>
          <p:nvPr userDrawn="1"/>
        </p:nvSpPr>
        <p:spPr>
          <a:xfrm>
            <a:off x="3044850" y="1537003"/>
            <a:ext cx="815802" cy="815802"/>
          </a:xfrm>
          <a:prstGeom prst="rect">
            <a:avLst/>
          </a:prstGeom>
          <a:solidFill>
            <a:srgbClr val="01A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#01A9DB</a:t>
            </a:r>
            <a:endParaRPr lang="en-US" sz="18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061CD0-DAEB-1D16-B3F7-3AEBB52BE05F}"/>
              </a:ext>
            </a:extLst>
          </p:cNvPr>
          <p:cNvSpPr/>
          <p:nvPr userDrawn="1"/>
        </p:nvSpPr>
        <p:spPr>
          <a:xfrm>
            <a:off x="3044850" y="3800505"/>
            <a:ext cx="815802" cy="815802"/>
          </a:xfrm>
          <a:prstGeom prst="rect">
            <a:avLst/>
          </a:prstGeom>
          <a:solidFill>
            <a:srgbClr val="072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#07253D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CB9FF2-C834-542D-BCFC-74807960B75C}"/>
              </a:ext>
            </a:extLst>
          </p:cNvPr>
          <p:cNvSpPr/>
          <p:nvPr userDrawn="1"/>
        </p:nvSpPr>
        <p:spPr>
          <a:xfrm>
            <a:off x="3044850" y="4932256"/>
            <a:ext cx="815802" cy="81580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#44546A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4D5623-7F5F-37F3-228D-EE7B127EA5B6}"/>
              </a:ext>
            </a:extLst>
          </p:cNvPr>
          <p:cNvSpPr/>
          <p:nvPr userDrawn="1"/>
        </p:nvSpPr>
        <p:spPr>
          <a:xfrm>
            <a:off x="4495224" y="2668754"/>
            <a:ext cx="815802" cy="815802"/>
          </a:xfrm>
          <a:prstGeom prst="rect">
            <a:avLst/>
          </a:prstGeom>
          <a:solidFill>
            <a:srgbClr val="BABB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#BABBBF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2C240-2F01-561C-0A7A-A5C6867479C6}"/>
              </a:ext>
            </a:extLst>
          </p:cNvPr>
          <p:cNvSpPr/>
          <p:nvPr userDrawn="1"/>
        </p:nvSpPr>
        <p:spPr>
          <a:xfrm>
            <a:off x="4495224" y="1537003"/>
            <a:ext cx="815802" cy="815802"/>
          </a:xfrm>
          <a:prstGeom prst="rect">
            <a:avLst/>
          </a:prstGeom>
          <a:solidFill>
            <a:srgbClr val="E7E6E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#E7E6E6</a:t>
            </a:r>
            <a:endParaRPr lang="en-US" sz="180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677AC3-FAFE-BEA3-0C7C-2948BF4ACF0E}"/>
              </a:ext>
            </a:extLst>
          </p:cNvPr>
          <p:cNvSpPr/>
          <p:nvPr userDrawn="1"/>
        </p:nvSpPr>
        <p:spPr>
          <a:xfrm>
            <a:off x="6019974" y="1561413"/>
            <a:ext cx="815802" cy="815802"/>
          </a:xfrm>
          <a:prstGeom prst="rect">
            <a:avLst/>
          </a:prstGeom>
          <a:solidFill>
            <a:srgbClr val="009E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#009E5F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A7E0F1-124A-96C5-55BB-4B487E906AB3}"/>
              </a:ext>
            </a:extLst>
          </p:cNvPr>
          <p:cNvSpPr/>
          <p:nvPr userDrawn="1"/>
        </p:nvSpPr>
        <p:spPr>
          <a:xfrm>
            <a:off x="6019974" y="3772105"/>
            <a:ext cx="815802" cy="815802"/>
          </a:xfrm>
          <a:prstGeom prst="rect">
            <a:avLst/>
          </a:prstGeom>
          <a:solidFill>
            <a:srgbClr val="B39D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#B39D89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443F86-BF8E-3717-DB5B-36E4A75C3440}"/>
              </a:ext>
            </a:extLst>
          </p:cNvPr>
          <p:cNvSpPr txBox="1"/>
          <p:nvPr userDrawn="1"/>
        </p:nvSpPr>
        <p:spPr>
          <a:xfrm>
            <a:off x="5959658" y="844147"/>
            <a:ext cx="1045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Situational </a:t>
            </a:r>
            <a:b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Tertiary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2D4F00-DAA6-93BB-A0DA-FCEB1703B420}"/>
              </a:ext>
            </a:extLst>
          </p:cNvPr>
          <p:cNvSpPr/>
          <p:nvPr userDrawn="1"/>
        </p:nvSpPr>
        <p:spPr>
          <a:xfrm>
            <a:off x="6032266" y="2631606"/>
            <a:ext cx="815802" cy="815802"/>
          </a:xfrm>
          <a:prstGeom prst="rect">
            <a:avLst/>
          </a:prstGeom>
          <a:solidFill>
            <a:srgbClr val="58D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#58DBC8</a:t>
            </a:r>
            <a:endParaRPr lang="en-US" sz="180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D335DE-A5ED-9A76-D5E7-9EB2DC3FC2EC}"/>
              </a:ext>
            </a:extLst>
          </p:cNvPr>
          <p:cNvSpPr txBox="1"/>
          <p:nvPr userDrawn="1"/>
        </p:nvSpPr>
        <p:spPr>
          <a:xfrm>
            <a:off x="6059655" y="3133130"/>
            <a:ext cx="751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Health &amp; </a:t>
            </a:r>
            <a:b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Medical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4451A1-4F00-46F9-A758-1CB08C4068EE}"/>
              </a:ext>
            </a:extLst>
          </p:cNvPr>
          <p:cNvSpPr txBox="1"/>
          <p:nvPr userDrawn="1"/>
        </p:nvSpPr>
        <p:spPr>
          <a:xfrm>
            <a:off x="6047364" y="4362780"/>
            <a:ext cx="7516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Govmt</a:t>
            </a:r>
            <a:endParaRPr lang="en-US" sz="9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07C035-DF67-4A5B-DE19-2EF45B011C29}"/>
              </a:ext>
            </a:extLst>
          </p:cNvPr>
          <p:cNvSpPr txBox="1"/>
          <p:nvPr userDrawn="1"/>
        </p:nvSpPr>
        <p:spPr>
          <a:xfrm>
            <a:off x="10637654" y="6011131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Poppins" pitchFamily="2" charset="77"/>
                <a:cs typeface="Poppins" pitchFamily="2" charset="77"/>
              </a:rPr>
              <a:t>(Q2. 2025)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1E3E000-CC62-B119-6FD3-E6674840FBE0}"/>
              </a:ext>
            </a:extLst>
          </p:cNvPr>
          <p:cNvCxnSpPr/>
          <p:nvPr userDrawn="1"/>
        </p:nvCxnSpPr>
        <p:spPr>
          <a:xfrm>
            <a:off x="0" y="1367367"/>
            <a:ext cx="1200925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5" name="Picture 2">
            <a:extLst>
              <a:ext uri="{FF2B5EF4-FFF2-40B4-BE49-F238E27FC236}">
                <a16:creationId xmlns:a16="http://schemas.microsoft.com/office/drawing/2014/main" id="{05771C32-1A87-A7FE-3395-76B80DB833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7857" y="1588857"/>
            <a:ext cx="1552651" cy="32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2DA452D-F034-B780-5CC3-519FCDC0F2AF}"/>
              </a:ext>
            </a:extLst>
          </p:cNvPr>
          <p:cNvSpPr/>
          <p:nvPr userDrawn="1"/>
        </p:nvSpPr>
        <p:spPr>
          <a:xfrm>
            <a:off x="6029385" y="4902060"/>
            <a:ext cx="815802" cy="815802"/>
          </a:xfrm>
          <a:prstGeom prst="rect">
            <a:avLst/>
          </a:prstGeom>
          <a:solidFill>
            <a:srgbClr val="3F3A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#3F3A93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C432BE-A9B1-96FA-A868-A635BACB5696}"/>
              </a:ext>
            </a:extLst>
          </p:cNvPr>
          <p:cNvSpPr txBox="1"/>
          <p:nvPr userDrawn="1"/>
        </p:nvSpPr>
        <p:spPr>
          <a:xfrm>
            <a:off x="6029385" y="5356748"/>
            <a:ext cx="81879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AI &amp;</a:t>
            </a:r>
            <a:b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Agent Force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1E06B83-B2A8-16E8-83AB-82F33A7D4E69}"/>
              </a:ext>
            </a:extLst>
          </p:cNvPr>
          <p:cNvCxnSpPr>
            <a:cxnSpLocks/>
          </p:cNvCxnSpPr>
          <p:nvPr userDrawn="1"/>
        </p:nvCxnSpPr>
        <p:spPr>
          <a:xfrm>
            <a:off x="2714625" y="1367367"/>
            <a:ext cx="0" cy="481726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0234042-A608-B2F2-EC06-DE9B6E530A43}"/>
              </a:ext>
            </a:extLst>
          </p:cNvPr>
          <p:cNvCxnSpPr>
            <a:cxnSpLocks/>
          </p:cNvCxnSpPr>
          <p:nvPr userDrawn="1"/>
        </p:nvCxnSpPr>
        <p:spPr>
          <a:xfrm>
            <a:off x="4197350" y="1367367"/>
            <a:ext cx="0" cy="481726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9FA835-2E69-5572-BDA1-0531482E5C4C}"/>
              </a:ext>
            </a:extLst>
          </p:cNvPr>
          <p:cNvCxnSpPr>
            <a:cxnSpLocks/>
          </p:cNvCxnSpPr>
          <p:nvPr userDrawn="1"/>
        </p:nvCxnSpPr>
        <p:spPr>
          <a:xfrm>
            <a:off x="5659755" y="1367367"/>
            <a:ext cx="0" cy="481726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3FFAF62-F6C9-3ACB-E46D-E8A523223E91}"/>
              </a:ext>
            </a:extLst>
          </p:cNvPr>
          <p:cNvCxnSpPr>
            <a:cxnSpLocks/>
          </p:cNvCxnSpPr>
          <p:nvPr userDrawn="1"/>
        </p:nvCxnSpPr>
        <p:spPr>
          <a:xfrm>
            <a:off x="7183120" y="1367367"/>
            <a:ext cx="0" cy="481726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87C9483-1E0F-6638-6209-183843BD22F3}"/>
              </a:ext>
            </a:extLst>
          </p:cNvPr>
          <p:cNvSpPr txBox="1"/>
          <p:nvPr userDrawn="1"/>
        </p:nvSpPr>
        <p:spPr>
          <a:xfrm>
            <a:off x="7252388" y="1048730"/>
            <a:ext cx="472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Additional Resources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14CC9870-BB6C-AED1-3F85-98E99FAE530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77857" y="2119344"/>
            <a:ext cx="1488667" cy="377409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A703E7A0-4416-25E6-9007-343614CB36B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52387" y="1614816"/>
            <a:ext cx="1398184" cy="978356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30FC204-AA5D-AD5E-22D7-A25E4F6CF9A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19028" y="3538272"/>
            <a:ext cx="1629279" cy="3922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59BFE8B-1B86-9DAE-6E73-74B78539303B}"/>
              </a:ext>
            </a:extLst>
          </p:cNvPr>
          <p:cNvSpPr txBox="1"/>
          <p:nvPr userDrawn="1"/>
        </p:nvSpPr>
        <p:spPr>
          <a:xfrm>
            <a:off x="7365434" y="5759321"/>
            <a:ext cx="2791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>
                <a:latin typeface="Poppins" pitchFamily="2" charset="77"/>
                <a:cs typeface="Poppins" pitchFamily="2" charset="77"/>
                <a:hlinkClick r:id="rId13"/>
              </a:rPr>
              <a:t>https://</a:t>
            </a:r>
            <a:r>
              <a:rPr lang="en-US" sz="900" err="1">
                <a:latin typeface="Poppins" pitchFamily="2" charset="77"/>
                <a:cs typeface="Poppins" pitchFamily="2" charset="77"/>
                <a:hlinkClick r:id="rId13"/>
              </a:rPr>
              <a:t>fonts.google.com</a:t>
            </a:r>
            <a:r>
              <a:rPr lang="en-US" sz="900">
                <a:latin typeface="Poppins" pitchFamily="2" charset="77"/>
                <a:cs typeface="Poppins" pitchFamily="2" charset="77"/>
                <a:hlinkClick r:id="rId13"/>
              </a:rPr>
              <a:t>/specimen/Poppins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6AF13B-5C8F-B934-1EBF-D077B818DC88}"/>
              </a:ext>
            </a:extLst>
          </p:cNvPr>
          <p:cNvSpPr txBox="1"/>
          <p:nvPr userDrawn="1"/>
        </p:nvSpPr>
        <p:spPr>
          <a:xfrm>
            <a:off x="7207578" y="4341348"/>
            <a:ext cx="4801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Poppins Font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FBD568-B7E8-113B-4DD0-A77C8D22D9E2}"/>
              </a:ext>
            </a:extLst>
          </p:cNvPr>
          <p:cNvCxnSpPr>
            <a:cxnSpLocks/>
          </p:cNvCxnSpPr>
          <p:nvPr userDrawn="1"/>
        </p:nvCxnSpPr>
        <p:spPr>
          <a:xfrm>
            <a:off x="7183120" y="4647793"/>
            <a:ext cx="482613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EAE8B27-1C75-1AD4-82E4-EF0B24785793}"/>
              </a:ext>
            </a:extLst>
          </p:cNvPr>
          <p:cNvSpPr txBox="1"/>
          <p:nvPr userDrawn="1"/>
        </p:nvSpPr>
        <p:spPr>
          <a:xfrm>
            <a:off x="7365434" y="4699642"/>
            <a:ext cx="2791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>
                <a:latin typeface="Poppins" pitchFamily="2" charset="77"/>
                <a:cs typeface="Poppins" pitchFamily="2" charset="77"/>
              </a:rPr>
              <a:t>Where to Get Poppins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1D924A-2307-5C14-38BD-F835A3652987}"/>
              </a:ext>
            </a:extLst>
          </p:cNvPr>
          <p:cNvSpPr txBox="1"/>
          <p:nvPr userDrawn="1"/>
        </p:nvSpPr>
        <p:spPr>
          <a:xfrm>
            <a:off x="7365433" y="5074825"/>
            <a:ext cx="446507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>
                <a:latin typeface="Poppins" pitchFamily="2" charset="77"/>
                <a:cs typeface="Poppins" pitchFamily="2" charset="77"/>
              </a:rPr>
              <a:t>Poppins is a Google Font available for Mac or PC. Click on the link below and follow instructions on how to download and install.</a:t>
            </a:r>
          </a:p>
        </p:txBody>
      </p:sp>
      <p:pic>
        <p:nvPicPr>
          <p:cNvPr id="48" name="Graphic 6">
            <a:extLst>
              <a:ext uri="{FF2B5EF4-FFF2-40B4-BE49-F238E27FC236}">
                <a16:creationId xmlns:a16="http://schemas.microsoft.com/office/drawing/2014/main" id="{8A200816-A125-201F-D7AE-F30B015A44E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0826044" y="212284"/>
            <a:ext cx="1183210" cy="286664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52CFA89-D867-8689-E9A7-83517300ADF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619028" y="2746715"/>
            <a:ext cx="1619224" cy="3923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76CF524C-163C-EEDE-A757-0D157670889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54727" y="2804268"/>
            <a:ext cx="609600" cy="6096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943E3010-8EE7-0B8C-EDF0-EA4219C5A7DC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91654" y="2835942"/>
            <a:ext cx="609600" cy="6096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A0F0ACEC-0F81-4C7C-FFF4-F4A61948CDD2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27400" y="2837808"/>
            <a:ext cx="609600" cy="6096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83982062-55BD-9DFE-CDCA-1076893A7F21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60229" y="2859091"/>
            <a:ext cx="609600" cy="6096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F80A9164-AD58-A848-C5B6-07479D9565B5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647881" y="3569392"/>
            <a:ext cx="555844" cy="555844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BFED4CA2-E30C-B22C-861D-7D862F7F6E3D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041845" y="3569391"/>
            <a:ext cx="555845" cy="555845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C2E8C5D0-8DD9-B799-AC77-00C374C2FFDE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35784" y="3569366"/>
            <a:ext cx="555870" cy="55587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9350A52A-DEF1-F9CA-4817-FEE3C0991FE9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290040" y="3569366"/>
            <a:ext cx="555843" cy="566136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E2F6E3BB-9033-F1E3-EA8E-92992F9B98C3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911878" y="3626453"/>
            <a:ext cx="495300" cy="457200"/>
          </a:xfrm>
          <a:prstGeom prst="rect">
            <a:avLst/>
          </a:prstGeom>
        </p:spPr>
      </p:pic>
      <p:pic>
        <p:nvPicPr>
          <p:cNvPr id="69" name="Picture 68" descr="A white robot with blue eyes and a blue screen&#10;&#10;AI-generated content may be incorrect.">
            <a:extLst>
              <a:ext uri="{FF2B5EF4-FFF2-40B4-BE49-F238E27FC236}">
                <a16:creationId xmlns:a16="http://schemas.microsoft.com/office/drawing/2014/main" id="{A2938F06-D3BF-BBE3-CF74-03DEE43BDD13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8770771" y="1480698"/>
            <a:ext cx="1005828" cy="1234699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7F52DEC-085A-682F-79EF-80C7B3012F01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925560" y="2859091"/>
            <a:ext cx="609600" cy="609600"/>
          </a:xfrm>
          <a:prstGeom prst="rect">
            <a:avLst/>
          </a:prstGeom>
        </p:spPr>
      </p:pic>
      <p:pic>
        <p:nvPicPr>
          <p:cNvPr id="74" name="Picture 73" descr="A purple and white object&#10;&#10;AI-generated content may be incorrect.">
            <a:extLst>
              <a:ext uri="{FF2B5EF4-FFF2-40B4-BE49-F238E27FC236}">
                <a16:creationId xmlns:a16="http://schemas.microsoft.com/office/drawing/2014/main" id="{F496A976-5737-37CF-CCDB-23FD90F68188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10354981" y="2829914"/>
            <a:ext cx="604144" cy="604144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986F6E32-2C29-01A1-8FA9-AEEC74845C24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367236" y="28299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50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gradFill flip="none" rotWithShape="1">
          <a:gsLst>
            <a:gs pos="34000">
              <a:schemeClr val="tx1"/>
            </a:gs>
            <a:gs pos="75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6DF9A3C-5226-6B54-B26D-CE880419AE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-8878"/>
            <a:ext cx="12193101" cy="6913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1ED27-83F2-A657-D300-225FC70C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8" y="928566"/>
            <a:ext cx="10090152" cy="2852737"/>
          </a:xfrm>
        </p:spPr>
        <p:txBody>
          <a:bodyPr anchor="b">
            <a:normAutofit/>
          </a:bodyPr>
          <a:lstStyle>
            <a:lvl1pPr>
              <a:defRPr sz="48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54435-E26D-813B-F74F-3563CEB06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298" y="3842710"/>
            <a:ext cx="10090152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DCF36-A667-04FD-B1B5-3E844581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0" i="0">
                <a:solidFill>
                  <a:schemeClr val="bg2"/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1704B-9E6D-68EF-C600-92E2140D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6663EAE-35F8-24CC-537F-7BCBDB8B18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62802" y="5404304"/>
            <a:ext cx="2244967" cy="54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2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a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D1E3-4F97-E996-8D3B-9E40B38E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9891681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chemeClr val="accent1"/>
                </a:solidFill>
                <a:latin typeface="Poppins Medium" pitchFamily="2" charset="77"/>
                <a:ea typeface="+mj-ea"/>
                <a:cs typeface="Poppins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BB612-11CE-A31E-995A-A77EE2225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517904"/>
            <a:ext cx="10515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  <a:lvl2pPr>
              <a:defRPr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b="0" i="1">
                <a:latin typeface="Poppins" pitchFamily="2" charset="77"/>
                <a:cs typeface="Poppins" pitchFamily="2" charset="77"/>
              </a:defRPr>
            </a:lvl3pPr>
            <a:lvl4pPr>
              <a:defRPr b="0" i="0">
                <a:latin typeface="Poppins" pitchFamily="2" charset="77"/>
                <a:cs typeface="Poppins" pitchFamily="2" charset="77"/>
              </a:defRPr>
            </a:lvl4pPr>
            <a:lvl5pPr>
              <a:defRPr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4636-48E8-3953-9CC8-C345E627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0B644-F8F7-2AFA-759D-D5F233DA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0536" y="6356350"/>
            <a:ext cx="5211270" cy="365125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b="0" i="0">
                <a:latin typeface="Poppins" pitchFamily="2" charset="77"/>
              </a:defRPr>
            </a:lvl1pPr>
          </a:lstStyle>
          <a:p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7253D">
                    <a:tint val="75000"/>
                  </a:srgbClr>
                </a:solidFill>
                <a:effectLst/>
                <a:uLnTx/>
                <a:uFillTx/>
                <a:latin typeface="Poppins" pitchFamily="2" charset="77"/>
                <a:ea typeface="+mn-ea"/>
                <a:cs typeface="+mn-cs"/>
              </a:rPr>
              <a:t>Private and Confidential. Property of Synaptic Advisory Partners ©2025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7C064-814B-7A12-F831-A9C8F82C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78E0497-F07D-2088-B70C-04958C5C6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51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B_Title and Content_Ribb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D1E3-4F97-E996-8D3B-9E40B38E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9902314" cy="1325563"/>
          </a:xfrm>
        </p:spPr>
        <p:txBody>
          <a:bodyPr/>
          <a:lstStyle>
            <a:lvl1pPr>
              <a:defRPr b="0" i="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BB612-11CE-A31E-995A-A77EE2225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517904"/>
            <a:ext cx="10515600" cy="4351338"/>
          </a:xfrm>
        </p:spPr>
        <p:txBody>
          <a:bodyPr/>
          <a:lstStyle>
            <a:lvl1pPr>
              <a:defRPr b="0" i="0">
                <a:latin typeface="Poppins Medium" pitchFamily="2" charset="77"/>
                <a:cs typeface="Poppins Medium" pitchFamily="2" charset="77"/>
              </a:defRPr>
            </a:lvl1pPr>
            <a:lvl2pPr>
              <a:defRPr b="0" i="0">
                <a:latin typeface="Poppins" pitchFamily="2" charset="77"/>
                <a:cs typeface="Poppins" pitchFamily="2" charset="77"/>
              </a:defRPr>
            </a:lvl2pPr>
            <a:lvl3pPr>
              <a:defRPr b="0" i="1">
                <a:latin typeface="Poppins" pitchFamily="2" charset="77"/>
                <a:cs typeface="Poppins" pitchFamily="2" charset="77"/>
              </a:defRPr>
            </a:lvl3pPr>
            <a:lvl4pPr>
              <a:defRPr b="0" i="0">
                <a:latin typeface="Poppins" pitchFamily="2" charset="77"/>
                <a:cs typeface="Poppins" pitchFamily="2" charset="77"/>
              </a:defRPr>
            </a:lvl4pPr>
            <a:lvl5pPr>
              <a:defRPr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4636-48E8-3953-9CC8-C345E627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0B644-F8F7-2AFA-759D-D5F233DA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0536" y="6356350"/>
            <a:ext cx="5211270" cy="365125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b="0" i="0">
                <a:latin typeface="Poppins" pitchFamily="2" charset="77"/>
              </a:defRPr>
            </a:lvl1pPr>
          </a:lstStyle>
          <a:p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7253D">
                    <a:tint val="75000"/>
                  </a:srgbClr>
                </a:solidFill>
                <a:effectLst/>
                <a:uLnTx/>
                <a:uFillTx/>
                <a:latin typeface="Poppins" pitchFamily="2" charset="77"/>
                <a:ea typeface="+mn-ea"/>
                <a:cs typeface="+mn-cs"/>
              </a:rPr>
              <a:t>Private and Confidential. Property of Synaptic Advisory Partners ©2025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7C064-814B-7A12-F831-A9C8F82C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811BAE-A3CB-EFDA-3D46-13216EE9843E}"/>
              </a:ext>
            </a:extLst>
          </p:cNvPr>
          <p:cNvSpPr/>
          <p:nvPr userDrawn="1"/>
        </p:nvSpPr>
        <p:spPr>
          <a:xfrm>
            <a:off x="0" y="0"/>
            <a:ext cx="118533" cy="6866878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chemeClr val="tx1"/>
              </a:gs>
              <a:gs pos="2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6">
            <a:extLst>
              <a:ext uri="{FF2B5EF4-FFF2-40B4-BE49-F238E27FC236}">
                <a16:creationId xmlns:a16="http://schemas.microsoft.com/office/drawing/2014/main" id="{6AD0E6FC-331B-FD59-3BAA-4B2F146A3B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5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a_Two Col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7D95-E02D-DB97-0C4C-667FEB8B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9891681" cy="1325563"/>
          </a:xfrm>
        </p:spPr>
        <p:txBody>
          <a:bodyPr/>
          <a:lstStyle>
            <a:lvl1pPr>
              <a:defRPr b="0" i="0">
                <a:latin typeface="Poppins Light" pitchFamily="2" charset="77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3056C-4FE8-57E6-D845-FBF2D7C0D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472" y="1520825"/>
            <a:ext cx="5181600" cy="4351338"/>
          </a:xfrm>
        </p:spPr>
        <p:txBody>
          <a:bodyPr/>
          <a:lstStyle>
            <a:lvl1pPr>
              <a:defRPr b="0" i="0">
                <a:latin typeface="Poppins Medium" pitchFamily="2" charset="77"/>
                <a:cs typeface="Poppins Medium" pitchFamily="2" charset="77"/>
              </a:defRPr>
            </a:lvl1pPr>
            <a:lvl2pPr>
              <a:defRPr b="0" i="0">
                <a:latin typeface="Poppins" pitchFamily="2" charset="77"/>
                <a:cs typeface="Poppins" pitchFamily="2" charset="77"/>
              </a:defRPr>
            </a:lvl2pPr>
            <a:lvl3pPr>
              <a:defRPr b="0" i="1">
                <a:latin typeface="Poppins" pitchFamily="2" charset="77"/>
                <a:cs typeface="Poppins" pitchFamily="2" charset="77"/>
              </a:defRPr>
            </a:lvl3pPr>
            <a:lvl4pPr>
              <a:defRPr b="0" i="0">
                <a:latin typeface="Poppins" pitchFamily="2" charset="77"/>
                <a:cs typeface="Poppins" pitchFamily="2" charset="77"/>
              </a:defRPr>
            </a:lvl4pPr>
            <a:lvl5pPr>
              <a:defRPr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C6ABE-F577-0924-1995-E15252459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81472" y="1520825"/>
            <a:ext cx="5181600" cy="4351338"/>
          </a:xfrm>
        </p:spPr>
        <p:txBody>
          <a:bodyPr/>
          <a:lstStyle>
            <a:lvl1pPr marL="228600" indent="-228600">
              <a:defRPr lang="en-US" sz="2400" b="0" i="0" kern="1200" baseline="0" dirty="0">
                <a:solidFill>
                  <a:schemeClr val="tx1"/>
                </a:solidFill>
                <a:latin typeface="Poppins Medium" pitchFamily="2" charset="77"/>
                <a:ea typeface="+mn-ea"/>
                <a:cs typeface="Poppins Medium" pitchFamily="2" charset="77"/>
              </a:defRPr>
            </a:lvl1pPr>
            <a:lvl2pPr>
              <a:defRPr b="0" i="0">
                <a:latin typeface="Poppins" pitchFamily="2" charset="77"/>
                <a:cs typeface="Poppins" pitchFamily="2" charset="77"/>
              </a:defRPr>
            </a:lvl2pPr>
            <a:lvl3pPr>
              <a:defRPr b="0" i="1">
                <a:latin typeface="Poppins" pitchFamily="2" charset="77"/>
                <a:cs typeface="Poppins" pitchFamily="2" charset="77"/>
              </a:defRPr>
            </a:lvl3pPr>
            <a:lvl4pPr>
              <a:defRPr b="0" i="0">
                <a:latin typeface="Poppins" pitchFamily="2" charset="77"/>
                <a:cs typeface="Poppins" pitchFamily="2" charset="77"/>
              </a:defRPr>
            </a:lvl4pPr>
            <a:lvl5pPr>
              <a:defRPr b="0" i="0">
                <a:latin typeface="Poppins" pitchFamily="2" charset="77"/>
                <a:cs typeface="Poppins" pitchFamily="2" charset="77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FFE21-1870-E027-3DEE-D89E757E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E5EFC-A1BC-17CB-B4CC-EDFDF6FE8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E0B6C-A55F-2A0C-8C33-D67C7D14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6">
            <a:extLst>
              <a:ext uri="{FF2B5EF4-FFF2-40B4-BE49-F238E27FC236}">
                <a16:creationId xmlns:a16="http://schemas.microsoft.com/office/drawing/2014/main" id="{33A5EEDE-A5E2-3916-92DD-F5F7EB3EE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47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77F3-0FAB-65FA-DB6A-00AD1CD3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3" y="0"/>
            <a:ext cx="9827886" cy="1325563"/>
          </a:xfrm>
        </p:spPr>
        <p:txBody>
          <a:bodyPr lIns="91440" tIns="4572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chemeClr val="accent1"/>
                </a:solidFill>
                <a:latin typeface="Poppins Medium" pitchFamily="2" charset="77"/>
                <a:ea typeface="+mj-ea"/>
                <a:cs typeface="Poppins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282D-3448-A11E-DE60-229CA891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4CA19-0971-6495-5B07-C2E17261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1F35D-44AF-C5D6-77CF-D88B70B2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6">
            <a:extLst>
              <a:ext uri="{FF2B5EF4-FFF2-40B4-BE49-F238E27FC236}">
                <a16:creationId xmlns:a16="http://schemas.microsoft.com/office/drawing/2014/main" id="{58A52893-C3BC-F5D2-BA67-2D02ABF198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78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B_Title Only_Ribb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77F3-0FAB-65FA-DB6A-00AD1CD3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435" y="0"/>
            <a:ext cx="9860821" cy="1325563"/>
          </a:xfrm>
        </p:spPr>
        <p:txBody>
          <a:bodyPr lIns="91440" tIns="4572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chemeClr val="accent1"/>
                </a:solidFill>
                <a:latin typeface="Poppins Medium" pitchFamily="2" charset="77"/>
                <a:ea typeface="+mj-ea"/>
                <a:cs typeface="Poppins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282D-3448-A11E-DE60-229CA891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7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4CA19-0971-6495-5B07-C2E17261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1F35D-44AF-C5D6-77CF-D88B70B2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746832-6F8B-08F5-FE87-A1D3581756F6}"/>
              </a:ext>
            </a:extLst>
          </p:cNvPr>
          <p:cNvSpPr/>
          <p:nvPr userDrawn="1"/>
        </p:nvSpPr>
        <p:spPr>
          <a:xfrm>
            <a:off x="-3520" y="0"/>
            <a:ext cx="122054" cy="6866878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chemeClr val="tx1"/>
              </a:gs>
              <a:gs pos="2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6">
            <a:extLst>
              <a:ext uri="{FF2B5EF4-FFF2-40B4-BE49-F238E27FC236}">
                <a16:creationId xmlns:a16="http://schemas.microsoft.com/office/drawing/2014/main" id="{D1420A4B-7A7F-4148-F016-F912B0E952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05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_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04D9FD-21B2-A4C0-F253-65585A06A3E1}"/>
              </a:ext>
            </a:extLst>
          </p:cNvPr>
          <p:cNvSpPr/>
          <p:nvPr userDrawn="1"/>
        </p:nvSpPr>
        <p:spPr>
          <a:xfrm>
            <a:off x="8479557" y="0"/>
            <a:ext cx="371244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E77F3-0FAB-65FA-DB6A-00AD1CD3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8157423" cy="1325563"/>
          </a:xfrm>
        </p:spPr>
        <p:txBody>
          <a:bodyPr lIns="91440" tIns="4572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chemeClr val="accent1"/>
                </a:solidFill>
                <a:latin typeface="Poppins Medium" pitchFamily="2" charset="77"/>
                <a:ea typeface="+mj-ea"/>
                <a:cs typeface="Poppins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282D-3448-A11E-DE60-229CA891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47472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4CA19-0971-6495-5B07-C2E17261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208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1F35D-44AF-C5D6-77CF-D88B70B2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7D238E9-E8A6-22D4-D6BA-0EBC5B1195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41864" y="192024"/>
            <a:ext cx="1508760" cy="36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632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_White_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49"/>
            <a:ext cx="2743200" cy="365760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64A33F51-EB13-F358-021D-88083FBD45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51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_lightGrey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49"/>
            <a:ext cx="2743200" cy="365760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18CFCE0F-5421-3DB9-4FF2-B38DF8C361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7469" y="193553"/>
            <a:ext cx="150705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224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avy_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555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Light_Blue_Background">
    <p:bg>
      <p:bgPr>
        <a:gradFill flip="none" rotWithShape="1">
          <a:gsLst>
            <a:gs pos="1000">
              <a:schemeClr val="tx1"/>
            </a:gs>
            <a:gs pos="90000">
              <a:schemeClr val="accent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AB12A0-E15D-E188-C73C-882707EBC7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41864" y="192024"/>
            <a:ext cx="1508760" cy="36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901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_Dk_Grey_Background">
    <p:bg>
      <p:bgPr>
        <a:gradFill flip="none" rotWithShape="1">
          <a:gsLst>
            <a:gs pos="1000">
              <a:schemeClr val="tx1"/>
            </a:gs>
            <a:gs pos="53000">
              <a:schemeClr val="tx2"/>
            </a:gs>
            <a:gs pos="100000">
              <a:schemeClr val="tx2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11CF7C-DD63-0373-7FB7-4FC9314892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41864" y="192024"/>
            <a:ext cx="1508760" cy="36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256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Light_Grey_Background">
    <p:bg>
      <p:bgPr>
        <a:gradFill flip="none" rotWithShape="1">
          <a:gsLst>
            <a:gs pos="77000">
              <a:schemeClr val="accent6"/>
            </a:gs>
            <a:gs pos="0">
              <a:schemeClr val="tx2"/>
            </a:gs>
            <a:gs pos="100000">
              <a:schemeClr val="bg2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60FD3-F87A-C570-93D0-8C62709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472" y="635635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ECD5A-D320-5AC4-C691-541BE884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521127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B380-5A9F-08CA-9324-D5AA01F4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E40D8E8-2EF5-B74F-B79A-9F492D43C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41864" y="192024"/>
            <a:ext cx="1508760" cy="36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335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REFERENCE RE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D8B7518-9F0A-042D-4025-4B686A61E988}"/>
              </a:ext>
            </a:extLst>
          </p:cNvPr>
          <p:cNvSpPr/>
          <p:nvPr userDrawn="1"/>
        </p:nvSpPr>
        <p:spPr>
          <a:xfrm>
            <a:off x="10159528" y="1963721"/>
            <a:ext cx="2022486" cy="71293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E77F3-0FAB-65FA-DB6A-00AD1CD3B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271" y="1"/>
            <a:ext cx="10370519" cy="859178"/>
          </a:xfrm>
        </p:spPr>
        <p:txBody>
          <a:bodyPr lIns="182880" tIns="274320" anchor="t"/>
          <a:lstStyle>
            <a:lvl1pPr>
              <a:defRPr b="0" i="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r>
              <a:rPr lang="en-US"/>
              <a:t>Synaptic 2025 Brand Refresh V2 - Reference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282D-3448-A11E-DE60-229CA891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4CA19-0971-6495-5B07-C2E17261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1F35D-44AF-C5D6-77CF-D88B70B2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D26EB8-759A-374B-0FB3-A0E580C2568B}"/>
              </a:ext>
            </a:extLst>
          </p:cNvPr>
          <p:cNvSpPr/>
          <p:nvPr userDrawn="1"/>
        </p:nvSpPr>
        <p:spPr>
          <a:xfrm>
            <a:off x="405561" y="3322572"/>
            <a:ext cx="2022486" cy="13772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BE2A9-3349-FF90-4C06-3F23B45980C8}"/>
              </a:ext>
            </a:extLst>
          </p:cNvPr>
          <p:cNvSpPr txBox="1"/>
          <p:nvPr userDrawn="1"/>
        </p:nvSpPr>
        <p:spPr>
          <a:xfrm>
            <a:off x="704250" y="1028813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Logo/Mark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2CA43-62A3-D5D7-7758-23F2D7925AE8}"/>
              </a:ext>
            </a:extLst>
          </p:cNvPr>
          <p:cNvSpPr txBox="1"/>
          <p:nvPr userDrawn="1"/>
        </p:nvSpPr>
        <p:spPr>
          <a:xfrm>
            <a:off x="3034043" y="1028813"/>
            <a:ext cx="777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Primary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3C4B14-9254-7817-9C94-F6E63E194C2B}"/>
              </a:ext>
            </a:extLst>
          </p:cNvPr>
          <p:cNvSpPr txBox="1"/>
          <p:nvPr userDrawn="1"/>
        </p:nvSpPr>
        <p:spPr>
          <a:xfrm>
            <a:off x="4356457" y="1028813"/>
            <a:ext cx="1011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Secondary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C9A517F-575E-8423-3EAB-94B1545433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28" y="4083653"/>
            <a:ext cx="1629279" cy="3922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7ED43DE-9A32-25EE-6220-626F0B0A6A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28" y="2156273"/>
            <a:ext cx="1629281" cy="3923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7A95A28-25CC-6471-AE5C-81F9156619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19028" y="1588857"/>
            <a:ext cx="1629279" cy="3922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744C496-D42A-9BC0-CCA9-9BFA91728603}"/>
              </a:ext>
            </a:extLst>
          </p:cNvPr>
          <p:cNvSpPr/>
          <p:nvPr userDrawn="1"/>
        </p:nvSpPr>
        <p:spPr>
          <a:xfrm>
            <a:off x="3044850" y="2668754"/>
            <a:ext cx="815802" cy="815802"/>
          </a:xfrm>
          <a:prstGeom prst="rect">
            <a:avLst/>
          </a:prstGeom>
          <a:solidFill>
            <a:srgbClr val="FB4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Poppins" pitchFamily="2" charset="77"/>
                <a:cs typeface="Poppins" pitchFamily="2" charset="77"/>
              </a:rPr>
              <a:t>#FB4100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28C772-F1B8-CD12-29A7-DBFE1FF5254D}"/>
              </a:ext>
            </a:extLst>
          </p:cNvPr>
          <p:cNvSpPr/>
          <p:nvPr userDrawn="1"/>
        </p:nvSpPr>
        <p:spPr>
          <a:xfrm>
            <a:off x="3044850" y="1537003"/>
            <a:ext cx="815802" cy="815802"/>
          </a:xfrm>
          <a:prstGeom prst="rect">
            <a:avLst/>
          </a:prstGeom>
          <a:solidFill>
            <a:srgbClr val="01A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#01A9DB</a:t>
            </a:r>
            <a:endParaRPr lang="en-US" sz="18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061CD0-DAEB-1D16-B3F7-3AEBB52BE05F}"/>
              </a:ext>
            </a:extLst>
          </p:cNvPr>
          <p:cNvSpPr/>
          <p:nvPr userDrawn="1"/>
        </p:nvSpPr>
        <p:spPr>
          <a:xfrm>
            <a:off x="3044850" y="3800505"/>
            <a:ext cx="815802" cy="815802"/>
          </a:xfrm>
          <a:prstGeom prst="rect">
            <a:avLst/>
          </a:prstGeom>
          <a:solidFill>
            <a:srgbClr val="072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#07253D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CB9FF2-C834-542D-BCFC-74807960B75C}"/>
              </a:ext>
            </a:extLst>
          </p:cNvPr>
          <p:cNvSpPr/>
          <p:nvPr userDrawn="1"/>
        </p:nvSpPr>
        <p:spPr>
          <a:xfrm>
            <a:off x="3044850" y="4932256"/>
            <a:ext cx="815802" cy="81580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#44546A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4D5623-7F5F-37F3-228D-EE7B127EA5B6}"/>
              </a:ext>
            </a:extLst>
          </p:cNvPr>
          <p:cNvSpPr/>
          <p:nvPr userDrawn="1"/>
        </p:nvSpPr>
        <p:spPr>
          <a:xfrm>
            <a:off x="4495224" y="2668754"/>
            <a:ext cx="815802" cy="815802"/>
          </a:xfrm>
          <a:prstGeom prst="rect">
            <a:avLst/>
          </a:prstGeom>
          <a:solidFill>
            <a:srgbClr val="BABB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#BABBBF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2C240-2F01-561C-0A7A-A5C6867479C6}"/>
              </a:ext>
            </a:extLst>
          </p:cNvPr>
          <p:cNvSpPr/>
          <p:nvPr userDrawn="1"/>
        </p:nvSpPr>
        <p:spPr>
          <a:xfrm>
            <a:off x="4495224" y="1537003"/>
            <a:ext cx="815802" cy="815802"/>
          </a:xfrm>
          <a:prstGeom prst="rect">
            <a:avLst/>
          </a:prstGeom>
          <a:solidFill>
            <a:srgbClr val="E7E6E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#E7E6E6</a:t>
            </a:r>
            <a:endParaRPr lang="en-US" sz="180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677AC3-FAFE-BEA3-0C7C-2948BF4ACF0E}"/>
              </a:ext>
            </a:extLst>
          </p:cNvPr>
          <p:cNvSpPr/>
          <p:nvPr userDrawn="1"/>
        </p:nvSpPr>
        <p:spPr>
          <a:xfrm>
            <a:off x="6019974" y="1561413"/>
            <a:ext cx="815802" cy="815802"/>
          </a:xfrm>
          <a:prstGeom prst="rect">
            <a:avLst/>
          </a:prstGeom>
          <a:solidFill>
            <a:srgbClr val="009E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#009E5F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A7E0F1-124A-96C5-55BB-4B487E906AB3}"/>
              </a:ext>
            </a:extLst>
          </p:cNvPr>
          <p:cNvSpPr/>
          <p:nvPr userDrawn="1"/>
        </p:nvSpPr>
        <p:spPr>
          <a:xfrm>
            <a:off x="6019974" y="3772105"/>
            <a:ext cx="815802" cy="815802"/>
          </a:xfrm>
          <a:prstGeom prst="rect">
            <a:avLst/>
          </a:prstGeom>
          <a:solidFill>
            <a:srgbClr val="B39D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#B39D89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443F86-BF8E-3717-DB5B-36E4A75C3440}"/>
              </a:ext>
            </a:extLst>
          </p:cNvPr>
          <p:cNvSpPr txBox="1"/>
          <p:nvPr userDrawn="1"/>
        </p:nvSpPr>
        <p:spPr>
          <a:xfrm>
            <a:off x="5959658" y="844147"/>
            <a:ext cx="1045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Situational </a:t>
            </a:r>
            <a:b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Tertiary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2D4F00-DAA6-93BB-A0DA-FCEB1703B420}"/>
              </a:ext>
            </a:extLst>
          </p:cNvPr>
          <p:cNvSpPr/>
          <p:nvPr userDrawn="1"/>
        </p:nvSpPr>
        <p:spPr>
          <a:xfrm>
            <a:off x="6032266" y="2631606"/>
            <a:ext cx="815802" cy="815802"/>
          </a:xfrm>
          <a:prstGeom prst="rect">
            <a:avLst/>
          </a:prstGeom>
          <a:solidFill>
            <a:srgbClr val="58D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#58DBC8</a:t>
            </a:r>
            <a:endParaRPr lang="en-US" sz="180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D335DE-A5ED-9A76-D5E7-9EB2DC3FC2EC}"/>
              </a:ext>
            </a:extLst>
          </p:cNvPr>
          <p:cNvSpPr txBox="1"/>
          <p:nvPr userDrawn="1"/>
        </p:nvSpPr>
        <p:spPr>
          <a:xfrm>
            <a:off x="6059655" y="3133130"/>
            <a:ext cx="751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Health &amp; </a:t>
            </a:r>
            <a:b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Medical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4451A1-4F00-46F9-A758-1CB08C4068EE}"/>
              </a:ext>
            </a:extLst>
          </p:cNvPr>
          <p:cNvSpPr txBox="1"/>
          <p:nvPr userDrawn="1"/>
        </p:nvSpPr>
        <p:spPr>
          <a:xfrm>
            <a:off x="6047364" y="4362780"/>
            <a:ext cx="7516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Govmt</a:t>
            </a:r>
            <a:endParaRPr lang="en-US" sz="9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07C035-DF67-4A5B-DE19-2EF45B011C29}"/>
              </a:ext>
            </a:extLst>
          </p:cNvPr>
          <p:cNvSpPr txBox="1"/>
          <p:nvPr userDrawn="1"/>
        </p:nvSpPr>
        <p:spPr>
          <a:xfrm>
            <a:off x="10637654" y="6011131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Poppins" pitchFamily="2" charset="77"/>
                <a:cs typeface="Poppins" pitchFamily="2" charset="77"/>
              </a:rPr>
              <a:t>(Q2. 2025)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1E3E000-CC62-B119-6FD3-E6674840FBE0}"/>
              </a:ext>
            </a:extLst>
          </p:cNvPr>
          <p:cNvCxnSpPr/>
          <p:nvPr userDrawn="1"/>
        </p:nvCxnSpPr>
        <p:spPr>
          <a:xfrm>
            <a:off x="0" y="1367367"/>
            <a:ext cx="1200925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5" name="Picture 2">
            <a:extLst>
              <a:ext uri="{FF2B5EF4-FFF2-40B4-BE49-F238E27FC236}">
                <a16:creationId xmlns:a16="http://schemas.microsoft.com/office/drawing/2014/main" id="{05771C32-1A87-A7FE-3395-76B80DB833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7857" y="1588857"/>
            <a:ext cx="1552651" cy="32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2DA452D-F034-B780-5CC3-519FCDC0F2AF}"/>
              </a:ext>
            </a:extLst>
          </p:cNvPr>
          <p:cNvSpPr/>
          <p:nvPr userDrawn="1"/>
        </p:nvSpPr>
        <p:spPr>
          <a:xfrm>
            <a:off x="6029385" y="4902060"/>
            <a:ext cx="815802" cy="815802"/>
          </a:xfrm>
          <a:prstGeom prst="rect">
            <a:avLst/>
          </a:prstGeom>
          <a:solidFill>
            <a:srgbClr val="3F3A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>
                <a:latin typeface="Poppins" pitchFamily="2" charset="77"/>
                <a:cs typeface="Poppins" pitchFamily="2" charset="77"/>
              </a:rPr>
              <a:t>#3F3A93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C432BE-A9B1-96FA-A868-A635BACB5696}"/>
              </a:ext>
            </a:extLst>
          </p:cNvPr>
          <p:cNvSpPr txBox="1"/>
          <p:nvPr userDrawn="1"/>
        </p:nvSpPr>
        <p:spPr>
          <a:xfrm>
            <a:off x="6029385" y="5356748"/>
            <a:ext cx="81879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AI &amp;</a:t>
            </a:r>
            <a:b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Agent Force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1E06B83-B2A8-16E8-83AB-82F33A7D4E69}"/>
              </a:ext>
            </a:extLst>
          </p:cNvPr>
          <p:cNvCxnSpPr>
            <a:cxnSpLocks/>
          </p:cNvCxnSpPr>
          <p:nvPr userDrawn="1"/>
        </p:nvCxnSpPr>
        <p:spPr>
          <a:xfrm>
            <a:off x="2714625" y="1367367"/>
            <a:ext cx="0" cy="481726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0234042-A608-B2F2-EC06-DE9B6E530A43}"/>
              </a:ext>
            </a:extLst>
          </p:cNvPr>
          <p:cNvCxnSpPr>
            <a:cxnSpLocks/>
          </p:cNvCxnSpPr>
          <p:nvPr userDrawn="1"/>
        </p:nvCxnSpPr>
        <p:spPr>
          <a:xfrm>
            <a:off x="4197350" y="1367367"/>
            <a:ext cx="0" cy="481726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9FA835-2E69-5572-BDA1-0531482E5C4C}"/>
              </a:ext>
            </a:extLst>
          </p:cNvPr>
          <p:cNvCxnSpPr>
            <a:cxnSpLocks/>
          </p:cNvCxnSpPr>
          <p:nvPr userDrawn="1"/>
        </p:nvCxnSpPr>
        <p:spPr>
          <a:xfrm>
            <a:off x="5659755" y="1367367"/>
            <a:ext cx="0" cy="481726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3FFAF62-F6C9-3ACB-E46D-E8A523223E91}"/>
              </a:ext>
            </a:extLst>
          </p:cNvPr>
          <p:cNvCxnSpPr>
            <a:cxnSpLocks/>
          </p:cNvCxnSpPr>
          <p:nvPr userDrawn="1"/>
        </p:nvCxnSpPr>
        <p:spPr>
          <a:xfrm>
            <a:off x="7183120" y="1367367"/>
            <a:ext cx="0" cy="481726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87C9483-1E0F-6638-6209-183843BD22F3}"/>
              </a:ext>
            </a:extLst>
          </p:cNvPr>
          <p:cNvSpPr txBox="1"/>
          <p:nvPr userDrawn="1"/>
        </p:nvSpPr>
        <p:spPr>
          <a:xfrm>
            <a:off x="7252388" y="1048730"/>
            <a:ext cx="472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Additional Resources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14CC9870-BB6C-AED1-3F85-98E99FAE530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77857" y="2119344"/>
            <a:ext cx="1488667" cy="377409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A703E7A0-4416-25E6-9007-343614CB36B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52387" y="1614816"/>
            <a:ext cx="1398184" cy="978356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30FC204-AA5D-AD5E-22D7-A25E4F6CF9A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19028" y="3538272"/>
            <a:ext cx="1629279" cy="3922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59BFE8B-1B86-9DAE-6E73-74B78539303B}"/>
              </a:ext>
            </a:extLst>
          </p:cNvPr>
          <p:cNvSpPr txBox="1"/>
          <p:nvPr userDrawn="1"/>
        </p:nvSpPr>
        <p:spPr>
          <a:xfrm>
            <a:off x="7365434" y="5759321"/>
            <a:ext cx="2791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>
                <a:latin typeface="Poppins" pitchFamily="2" charset="77"/>
                <a:cs typeface="Poppins" pitchFamily="2" charset="77"/>
                <a:hlinkClick r:id="rId13"/>
              </a:rPr>
              <a:t>https://</a:t>
            </a:r>
            <a:r>
              <a:rPr lang="en-US" sz="900" err="1">
                <a:latin typeface="Poppins" pitchFamily="2" charset="77"/>
                <a:cs typeface="Poppins" pitchFamily="2" charset="77"/>
                <a:hlinkClick r:id="rId13"/>
              </a:rPr>
              <a:t>fonts.google.com</a:t>
            </a:r>
            <a:r>
              <a:rPr lang="en-US" sz="900">
                <a:latin typeface="Poppins" pitchFamily="2" charset="77"/>
                <a:cs typeface="Poppins" pitchFamily="2" charset="77"/>
                <a:hlinkClick r:id="rId13"/>
              </a:rPr>
              <a:t>/specimen/Poppins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6AF13B-5C8F-B934-1EBF-D077B818DC88}"/>
              </a:ext>
            </a:extLst>
          </p:cNvPr>
          <p:cNvSpPr txBox="1"/>
          <p:nvPr userDrawn="1"/>
        </p:nvSpPr>
        <p:spPr>
          <a:xfrm>
            <a:off x="7207578" y="4341348"/>
            <a:ext cx="4801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Poppins Font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FBD568-B7E8-113B-4DD0-A77C8D22D9E2}"/>
              </a:ext>
            </a:extLst>
          </p:cNvPr>
          <p:cNvCxnSpPr>
            <a:cxnSpLocks/>
          </p:cNvCxnSpPr>
          <p:nvPr userDrawn="1"/>
        </p:nvCxnSpPr>
        <p:spPr>
          <a:xfrm>
            <a:off x="7183120" y="4647793"/>
            <a:ext cx="482613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EAE8B27-1C75-1AD4-82E4-EF0B24785793}"/>
              </a:ext>
            </a:extLst>
          </p:cNvPr>
          <p:cNvSpPr txBox="1"/>
          <p:nvPr userDrawn="1"/>
        </p:nvSpPr>
        <p:spPr>
          <a:xfrm>
            <a:off x="7365434" y="4699642"/>
            <a:ext cx="2791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>
                <a:latin typeface="Poppins" pitchFamily="2" charset="77"/>
                <a:cs typeface="Poppins" pitchFamily="2" charset="77"/>
              </a:rPr>
              <a:t>Where to Get Poppins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1D924A-2307-5C14-38BD-F835A3652987}"/>
              </a:ext>
            </a:extLst>
          </p:cNvPr>
          <p:cNvSpPr txBox="1"/>
          <p:nvPr userDrawn="1"/>
        </p:nvSpPr>
        <p:spPr>
          <a:xfrm>
            <a:off x="7365433" y="5074825"/>
            <a:ext cx="446507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>
                <a:latin typeface="Poppins" pitchFamily="2" charset="77"/>
                <a:cs typeface="Poppins" pitchFamily="2" charset="77"/>
              </a:rPr>
              <a:t>Poppins is a Google Font available for Mac or PC. Click on the link below and follow instructions on how to download and install.</a:t>
            </a:r>
          </a:p>
        </p:txBody>
      </p:sp>
      <p:pic>
        <p:nvPicPr>
          <p:cNvPr id="48" name="Graphic 6">
            <a:extLst>
              <a:ext uri="{FF2B5EF4-FFF2-40B4-BE49-F238E27FC236}">
                <a16:creationId xmlns:a16="http://schemas.microsoft.com/office/drawing/2014/main" id="{8A200816-A125-201F-D7AE-F30B015A44E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0826044" y="212284"/>
            <a:ext cx="1183210" cy="286664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52CFA89-D867-8689-E9A7-83517300ADF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619028" y="2746715"/>
            <a:ext cx="1619224" cy="3923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76CF524C-163C-EEDE-A757-0D157670889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54727" y="2804268"/>
            <a:ext cx="609600" cy="6096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943E3010-8EE7-0B8C-EDF0-EA4219C5A7DC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91654" y="2835942"/>
            <a:ext cx="609600" cy="6096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A0F0ACEC-0F81-4C7C-FFF4-F4A61948CDD2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27400" y="2837808"/>
            <a:ext cx="609600" cy="6096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83982062-55BD-9DFE-CDCA-1076893A7F21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60229" y="2859091"/>
            <a:ext cx="609600" cy="6096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F80A9164-AD58-A848-C5B6-07479D9565B5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647881" y="3569392"/>
            <a:ext cx="555844" cy="555844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BFED4CA2-E30C-B22C-861D-7D862F7F6E3D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041845" y="3569391"/>
            <a:ext cx="555845" cy="555845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C2E8C5D0-8DD9-B799-AC77-00C374C2FFDE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35784" y="3569366"/>
            <a:ext cx="555870" cy="55587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9350A52A-DEF1-F9CA-4817-FEE3C0991FE9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290040" y="3569366"/>
            <a:ext cx="555843" cy="566136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E2F6E3BB-9033-F1E3-EA8E-92992F9B98C3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911878" y="3626453"/>
            <a:ext cx="495300" cy="457200"/>
          </a:xfrm>
          <a:prstGeom prst="rect">
            <a:avLst/>
          </a:prstGeom>
        </p:spPr>
      </p:pic>
      <p:pic>
        <p:nvPicPr>
          <p:cNvPr id="69" name="Picture 68" descr="A white robot with blue eyes and a blue screen&#10;&#10;AI-generated content may be incorrect.">
            <a:extLst>
              <a:ext uri="{FF2B5EF4-FFF2-40B4-BE49-F238E27FC236}">
                <a16:creationId xmlns:a16="http://schemas.microsoft.com/office/drawing/2014/main" id="{A2938F06-D3BF-BBE3-CF74-03DEE43BDD13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8770771" y="1480698"/>
            <a:ext cx="1005828" cy="1234699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7F52DEC-085A-682F-79EF-80C7B3012F01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925560" y="2859091"/>
            <a:ext cx="609600" cy="609600"/>
          </a:xfrm>
          <a:prstGeom prst="rect">
            <a:avLst/>
          </a:prstGeom>
        </p:spPr>
      </p:pic>
      <p:pic>
        <p:nvPicPr>
          <p:cNvPr id="74" name="Picture 73" descr="A purple and white object&#10;&#10;AI-generated content may be incorrect.">
            <a:extLst>
              <a:ext uri="{FF2B5EF4-FFF2-40B4-BE49-F238E27FC236}">
                <a16:creationId xmlns:a16="http://schemas.microsoft.com/office/drawing/2014/main" id="{F496A976-5737-37CF-CCDB-23FD90F68188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10354981" y="2829914"/>
            <a:ext cx="604144" cy="604144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986F6E32-2C29-01A1-8FA9-AEEC74845C24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367236" y="28299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752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80750-A76D-937E-18E2-573464A7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5AE34-7229-3A8F-9AB3-2E13256F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472" y="15046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83059-116B-E92E-667E-AE16C5227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47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836A7-A448-BD6E-27BA-C71A4D9B6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21024" y="6356350"/>
            <a:ext cx="52112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	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1AAC7-9BD0-D3B2-E5C1-41F64D41E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6406933"/>
            <a:ext cx="5061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42F3D79-6CEF-CC39-7794-7AFC5F8909B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10341864" y="6457518"/>
            <a:ext cx="1089485" cy="26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5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50" r:id="rId2"/>
    <p:sldLayoutId id="2147483699" r:id="rId3"/>
    <p:sldLayoutId id="2147483652" r:id="rId4"/>
    <p:sldLayoutId id="2147483693" r:id="rId5"/>
    <p:sldLayoutId id="2147483685" r:id="rId6"/>
    <p:sldLayoutId id="2147483695" r:id="rId7"/>
    <p:sldLayoutId id="2147483655" r:id="rId8"/>
    <p:sldLayoutId id="2147483701" r:id="rId9"/>
    <p:sldLayoutId id="2147483690" r:id="rId10"/>
    <p:sldLayoutId id="2147483691" r:id="rId11"/>
    <p:sldLayoutId id="2147483694" r:id="rId12"/>
    <p:sldLayoutId id="2147483692" r:id="rId13"/>
    <p:sldLayoutId id="2147483696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1"/>
          </a:solidFill>
          <a:latin typeface="Poppins Light" pitchFamily="2" charset="77"/>
          <a:ea typeface="+mj-ea"/>
          <a:cs typeface="Poppins Light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577850" indent="-233363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Courier New" panose="02070309020205020404" pitchFamily="49" charset="0"/>
        <a:buChar char="o"/>
        <a:tabLst/>
        <a:defRPr sz="2000" b="0" i="0" kern="1200" baseline="0">
          <a:solidFill>
            <a:schemeClr val="accent1"/>
          </a:solidFill>
          <a:latin typeface="Poppins" pitchFamily="2" charset="77"/>
          <a:ea typeface="+mn-ea"/>
          <a:cs typeface="Poppins" pitchFamily="2" charset="77"/>
        </a:defRPr>
      </a:lvl2pPr>
      <a:lvl3pPr marL="690563" indent="-176213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Font typeface="System Font Regular"/>
        <a:buChar char="-"/>
        <a:tabLst/>
        <a:defRPr sz="1800" b="0" i="1" kern="1200" baseline="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858838" indent="-1762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1028700" indent="-2174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2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80750-A76D-937E-18E2-573464A7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5AE34-7229-3A8F-9AB3-2E13256F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472" y="15046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83059-116B-E92E-667E-AE16C5227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47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836A7-A448-BD6E-27BA-C71A4D9B6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21024" y="6356350"/>
            <a:ext cx="52112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r>
              <a:rPr lang="en-US"/>
              <a:t>Private and Confidential. Property of Synaptic Advisory Partners ©2025	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1AAC7-9BD0-D3B2-E5C1-41F64D41E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605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fld id="{977F1695-27C2-1A4E-A596-772FE7BEB5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5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1"/>
          </a:solidFill>
          <a:latin typeface="Poppins Light" pitchFamily="2" charset="77"/>
          <a:ea typeface="+mj-ea"/>
          <a:cs typeface="Poppins Light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577850" indent="-233363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Courier New" panose="02070309020205020404" pitchFamily="49" charset="0"/>
        <a:buChar char="o"/>
        <a:tabLst/>
        <a:defRPr sz="2000" b="0" i="0" kern="1200" baseline="0">
          <a:solidFill>
            <a:schemeClr val="accent1"/>
          </a:solidFill>
          <a:latin typeface="Poppins" pitchFamily="2" charset="77"/>
          <a:ea typeface="+mn-ea"/>
          <a:cs typeface="Poppins" pitchFamily="2" charset="77"/>
        </a:defRPr>
      </a:lvl2pPr>
      <a:lvl3pPr marL="690563" indent="-176213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Font typeface="System Font Regular"/>
        <a:buChar char="-"/>
        <a:tabLst/>
        <a:defRPr sz="1800" b="0" i="1" kern="1200" baseline="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858838" indent="-1762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1028700" indent="-2174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2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Transforming Transformation</a:t>
            </a:r>
          </a:p>
          <a:p/>
          <a:p>
            <a:r>
              <a:t>Series Seed Extension</a:t>
            </a:r>
          </a:p>
          <a:p>
            <a:r>
              <a:t>Seeking: $2-3M</a:t>
            </a:r>
          </a:p>
          <a:p/>
          <a:p>
            <a:r>
              <a:t>www.evolve.ai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60704"/>
            <a:ext cx="10515600" cy="4351338"/>
          </a:xfrm>
        </p:spPr>
        <p:txBody>
          <a:bodyPr/>
          <a:lstStyle/>
          <a:p/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The Problem: Transformation is Broken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The Solution: End-to-End Platform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Market Opportunity: $127B TAM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Competitive Advantage: Network Effects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Business Model: Freemium to Enterprise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Go-to-Market: Salesforce SMB Entry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Product Roadmap: 18-Month Path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Projections: $2M to $300M ARR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Team &amp; Capital: $2-3M Seed Extension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The Ask: Building Category Leader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 Problem: Transformation is Broken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60704"/>
            <a:ext cx="10515600" cy="4351338"/>
          </a:xfrm>
        </p:spPr>
        <p:txBody>
          <a:bodyPr/>
          <a:lstStyle/>
          <a:p/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95% of transformation initiatives fail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Companies flying blind - no visibility into actual processes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Can't prioritize by ROI or compare to peers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No continuous monitoring or assurance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Traditional Model Can't Keep Up: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Consulting: $2M+, 6-12 months, no execution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Process Mining: $100K-500K, enterprise-only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RPA: Brittle, no discovery, breaks constantly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Result: 150K+ SMBs completely locked 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 EVOLVE Solution: Complete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60704"/>
            <a:ext cx="10515600" cy="4351338"/>
          </a:xfrm>
        </p:spPr>
        <p:txBody>
          <a:bodyPr/>
          <a:lstStyle/>
          <a:p/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1. MINE (FREE): Edge-first workflow discovery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Privacy-preserving, instant value, no security concerns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2. DESIGN: AI-powered transformation roadmaps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Informed by aggregate patterns from thousands of companies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3. DELIVER: Autonomous agent authoring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Shadow mode validation, continuous learning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4. MANAGE: Continuous improvement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Real-time peer benchmarking, service assurance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Result: Self-improving intelligence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 Tesla Parallel: Democratizing Intelligence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Tesla's 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EVOLVE's 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Impact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Commodity cameras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vs. expensive LIDAR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Commodity LLMs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vs. specialized consultants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Lowers costs 10x+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Accessible to millions of SMBs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Edge processing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in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Edge-first architecture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on user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70-80% lower costs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Zero security friction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Fleet learning: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Millions of cars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improve autopilot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Aggregate learning: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Thousands of companies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improve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Compounding intelligence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Consulting can't replicate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Freemium drove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mass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Free discovery tier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drives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100x more users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Winner-takes-most dynamics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Market Opportunity: Dual-Track TAM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60704"/>
            <a:ext cx="10515600" cy="4351338"/>
          </a:xfrm>
        </p:spPr>
        <p:txBody>
          <a:bodyPr/>
          <a:lstStyle/>
          <a:p/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Salesforce Service Cloud Entry Wedge: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$5.4B TAM (1.2-1.5M service agents)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$1.08B SAM (20K target SMB customers)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$71M-$212M SOM by Year 3-5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Broader Technology Spend TAM: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$127B by 2030 (AI Agents $68B, Process Mining $23B, RPA $36B)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$31B SAM (US/UK/EU, 100-10K employees)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Labor Savings TAM: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29M knowledge workers × $3.4K revenue = $98.6B annually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Competitive Advantage: Unbeatable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60704"/>
            <a:ext cx="10515600" cy="4351338"/>
          </a:xfrm>
        </p:spPr>
        <p:txBody>
          <a:bodyPr/>
          <a:lstStyle/>
          <a:p/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Network Effects (Winner-Takes-Most):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More users → Better benchmarks → Higher conversion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Peer data doesn't exist anywhere else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Switching costs increase (lose peer insights)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Business Model Moat: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Freemium = 100x more users than competitors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Edge architecture = 70-80% lower costs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SMB-first = $20K deals work (vs. $100K+ for them)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Independence Moat: Platform-agnostic vs. vendor lock-in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Business Model: Build Fleet, Monetize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60704"/>
            <a:ext cx="10515600" cy="4351338"/>
          </a:xfrm>
        </p:spPr>
        <p:txBody>
          <a:bodyPr/>
          <a:lstStyle/>
          <a:p/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FREE: Build User Base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Full workflow discovery, agent opportunities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Goal: 100K+ users, aggregate intelligence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PAID TIER 1: $500-$50K/mo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Transformation execution, agent deployment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Target: 30-40% conversion, SMB to mid-market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PAID TIER 2: $50K-$500K+/mo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Enterprise platform, continuous improvement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Unit Economics: 229:1 LTV:CAC, 85% gross margin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Go-to-Market: Salesforce SMB Entry Wedge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60704"/>
            <a:ext cx="10515600" cy="4351338"/>
          </a:xfrm>
        </p:spPr>
        <p:txBody>
          <a:bodyPr/>
          <a:lstStyle/>
          <a:p/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Phase 1: Salesforce Service Cloud SMBs (Yr 1-2)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AppExchange freemium, $375/agent/mo, &lt;1 day setup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Target: 200 customers, 2K agents, $8.4M ARR Year 1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Salesforce sellers as advocates (unstick deals)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Phase 2: Mid-Market + Sales Cloud (Yr 2-3)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Expand to mid-market Service Cloud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Cross-sell Sales Cloud automation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Target: 1,400 customers, $71M ARR Year 3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Phase 3: Beyond Salesforce (Yr 3-5)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ServiceNow, Zendesk, Microsoft Dynamics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Target: $212M ARR Year 5 across platforms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Product Roadmap: 18-Month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60704"/>
            <a:ext cx="10515600" cy="4351338"/>
          </a:xfrm>
        </p:spPr>
        <p:txBody>
          <a:bodyPr/>
          <a:lstStyle/>
          <a:p/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Q4 2025: Foundation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Desktop app, edge LLM, basic peer benchmarking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Target: 5K free users, 50 design partners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Q1 2026: Monetization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AI roadmaps, agent authoring, token billing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Target: 15K free, 100 paying, $250K MRR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Q2 2026: Scale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Performance monitoring, continuous improvement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Target: 40K free, 600 paying, $1M MRR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Q3-Q4 2026: Enterprise Platform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Governance console, SOC 2, enterprise features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Target: 100K free, 3K paying, $6M ARR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Product Roadmap by Quarter: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Q1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Q2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Q3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Q4 2026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MINE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(Discovery)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Enhanced workflow capture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Multi-user synthesis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Team-level process mapping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Timeline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Department-level discovery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Cross-functional mapping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Historical trend analysis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Process change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Enterprise-wide discovery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Multi-system tracking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Compliance workflow mapping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Advanced pattern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Real-time observation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Predictive process analysis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Industry-specific templates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API for external data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DESIGN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(Intelligence)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AI transformation roadmaps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Effort vs. impact matrices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Success pattern matching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Basic peer benchmarking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Advanced benchmarking (20+ industries)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Custom benchmark reports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ROI scenario modeling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What-if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Competitive intelligence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Cross-functional optimization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Strategic transformation planning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Executive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Predictive outcomes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Best practice library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Custom KPI frameworks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Strategic advisory insights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DELIVER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(Execution)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Autonomous agent authoring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Shadow mode validation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Agent templates library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Token-based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Agent performance optimization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Multi-agent orchestration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Version control for agents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A/B testing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Enterprise agent governance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Custom integration framework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Agent marketplace foundation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Rollback &amp;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Advanced agent analytics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Self-healing agents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Partner agent ecosystem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Low-code agent builder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MANAGE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(Continuous Improvement)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Basic performance monitoring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Simple alerting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Weekly reports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Usage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Real-time monitoring dashboards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Service assurance automation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Continuous improvement recommendations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Automated executive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Enterprise governance console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Multi-team coordination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SLA management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Advanced 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Predictive service assurance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Automated optimization cycles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Strategic performance analytics</a:t>
                      </a: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• Board-level reporting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Financial Projections: Path to $300M ARR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b="1" sz="1200"/>
                      </a:pPr>
                      <a:r>
                        <a:t>Total ARR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$0.3M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$2M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$4.5M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$3.0M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$2.5M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$10M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$14M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$14M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$40M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$26M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$56M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$120M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$170M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/>
                      </a:pPr>
                      <a:r>
                        <a:t>$300M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Team &amp; Capital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60704"/>
            <a:ext cx="10515600" cy="4351338"/>
          </a:xfrm>
        </p:spPr>
        <p:txBody>
          <a:bodyPr/>
          <a:lstStyle/>
          <a:p/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Founding Team: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CEO: Vision, fundraising, partnerships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Product Owner: Platform architecture, AI strategy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Technical Lead: Edge AI, privacy systems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Phase 1 Hires (Mo 1-6): 8-12 people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ML Engineer, Growth Lead, Operations Lead, Engineers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Capital Requirements: $2-3M Seed Extension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Team (60%): $1.4-1.8M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Infrastructure (20%): $500-750K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Go-to-Market (15%): $375-600K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R&amp;D (5%): $125-300K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 Ask: $2-3M Seed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60704"/>
            <a:ext cx="10515600" cy="4351338"/>
          </a:xfrm>
        </p:spPr>
        <p:txBody>
          <a:bodyPr/>
          <a:lstStyle/>
          <a:p/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Milestones This Enables: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Mo 3: 5K free users, 50 design partners, PMF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Mo 6: $250K MRR, 100 paying, 30% conversion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Mo 12: $1.5M MRR, 1.5K customers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Mo 18: $6M ARR, 3K+ customers, Series A ready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Why This Wins: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Low-end disruption: 150K SMBs incumbents ignore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Network effects: Data moat compounds daily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Capital efficient: 229:1 LTV:CAC, 85% margins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/>
              <a:t>Perfect timing: Agent economy + SMB transformation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</a:pPr>
            <a:r>
              <a:rPr sz="1600"/>
              <a:t>We're democratizing transformation. Building the category leader.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ynaptic 2024">
      <a:dk1>
        <a:srgbClr val="07253D"/>
      </a:dk1>
      <a:lt1>
        <a:srgbClr val="FFFFFF"/>
      </a:lt1>
      <a:dk2>
        <a:srgbClr val="44546A"/>
      </a:dk2>
      <a:lt2>
        <a:srgbClr val="E7E6E6"/>
      </a:lt2>
      <a:accent1>
        <a:srgbClr val="01A9DB"/>
      </a:accent1>
      <a:accent2>
        <a:srgbClr val="FB4100"/>
      </a:accent2>
      <a:accent3>
        <a:srgbClr val="E9E9E9"/>
      </a:accent3>
      <a:accent4>
        <a:srgbClr val="3F3A93"/>
      </a:accent4>
      <a:accent5>
        <a:srgbClr val="009E5F"/>
      </a:accent5>
      <a:accent6>
        <a:srgbClr val="BABBBF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smtClean="0">
            <a:latin typeface="Poppins" pitchFamily="2" charset="77"/>
            <a:cs typeface="Poppins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Synaptic 2024">
      <a:dk1>
        <a:srgbClr val="07253D"/>
      </a:dk1>
      <a:lt1>
        <a:srgbClr val="FFFFFF"/>
      </a:lt1>
      <a:dk2>
        <a:srgbClr val="44546A"/>
      </a:dk2>
      <a:lt2>
        <a:srgbClr val="E7E6E6"/>
      </a:lt2>
      <a:accent1>
        <a:srgbClr val="01A9DB"/>
      </a:accent1>
      <a:accent2>
        <a:srgbClr val="FB4100"/>
      </a:accent2>
      <a:accent3>
        <a:srgbClr val="E9E9E9"/>
      </a:accent3>
      <a:accent4>
        <a:srgbClr val="3F3A93"/>
      </a:accent4>
      <a:accent5>
        <a:srgbClr val="009E5F"/>
      </a:accent5>
      <a:accent6>
        <a:srgbClr val="BABBBF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smtClean="0">
            <a:latin typeface="Poppins" pitchFamily="2" charset="77"/>
            <a:cs typeface="Poppins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3ea018d-d805-4f07-8292-ddcf85f807cb">
      <Terms xmlns="http://schemas.microsoft.com/office/infopath/2007/PartnerControls"/>
    </lcf76f155ced4ddcb4097134ff3c332f>
    <TaxCatchAll xmlns="75c494c1-6682-4d4a-ab40-ff9af697062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88D34B768C674BB08861A246F2E600" ma:contentTypeVersion="17" ma:contentTypeDescription="Create a new document." ma:contentTypeScope="" ma:versionID="164021a2b2c6fce71cf5416959bcaeb8">
  <xsd:schema xmlns:xsd="http://www.w3.org/2001/XMLSchema" xmlns:xs="http://www.w3.org/2001/XMLSchema" xmlns:p="http://schemas.microsoft.com/office/2006/metadata/properties" xmlns:ns2="53ea018d-d805-4f07-8292-ddcf85f807cb" xmlns:ns3="75c494c1-6682-4d4a-ab40-ff9af6970620" targetNamespace="http://schemas.microsoft.com/office/2006/metadata/properties" ma:root="true" ma:fieldsID="0123fea116d0f19eaaf5dd5edd3730e3" ns2:_="" ns3:_="">
    <xsd:import namespace="53ea018d-d805-4f07-8292-ddcf85f807cb"/>
    <xsd:import namespace="75c494c1-6682-4d4a-ab40-ff9af69706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a018d-d805-4f07-8292-ddcf85f807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79320d3-bd11-4452-bcde-b89a7bf0da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c494c1-6682-4d4a-ab40-ff9af697062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6d90dd87-a9ea-4c6d-abd0-188e71174a82}" ma:internalName="TaxCatchAll" ma:showField="CatchAllData" ma:web="75c494c1-6682-4d4a-ab40-ff9af69706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165E56-69A1-4B00-BF92-1CA6E038CA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98C5F7-8A98-4681-9A88-B57187ECA254}">
  <ds:schemaRefs>
    <ds:schemaRef ds:uri="53ea018d-d805-4f07-8292-ddcf85f807cb"/>
    <ds:schemaRef ds:uri="75c494c1-6682-4d4a-ab40-ff9af697062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B503B03-DB3F-46B7-848F-49277DD81672}">
  <ds:schemaRefs>
    <ds:schemaRef ds:uri="53ea018d-d805-4f07-8292-ddcf85f807cb"/>
    <ds:schemaRef ds:uri="75c494c1-6682-4d4a-ab40-ff9af69706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28</Slides>
  <Notes>12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Office Theme</vt:lpstr>
      <vt:lpstr>1_Office Theme</vt:lpstr>
      <vt:lpstr>Board Meeting - Management Session </vt:lpstr>
      <vt:lpstr>BOD Meeting Agenda</vt:lpstr>
      <vt:lpstr>PowerPoint Presentation</vt:lpstr>
      <vt:lpstr>HLS Q3 Bookings Review: $188k of $789k Target</vt:lpstr>
      <vt:lpstr>HLS Q3 Pipe Gen Review</vt:lpstr>
      <vt:lpstr>PowerPoint Presentation</vt:lpstr>
      <vt:lpstr>HLS Q4 Bookings Outlook: $1.1-1.4m of $1.29m Target</vt:lpstr>
      <vt:lpstr>PowerPoint Presentation</vt:lpstr>
      <vt:lpstr>Q4 HLS Pipe Gen Plan</vt:lpstr>
      <vt:lpstr>PowerPoint Presentation</vt:lpstr>
      <vt:lpstr>Enterprise: Q3 Bookings </vt:lpstr>
      <vt:lpstr>Enterprise Q4 Pipeline</vt:lpstr>
      <vt:lpstr>PowerPoint Presentation</vt:lpstr>
      <vt:lpstr>Public Sector: Q3 Bookings </vt:lpstr>
      <vt:lpstr>ACHP Customer Profile FedCiv Agency</vt:lpstr>
      <vt:lpstr>Look Back Q3</vt:lpstr>
      <vt:lpstr>Fast Tracking Deals (tools - work in progress)</vt:lpstr>
      <vt:lpstr>PowerPoint Presentation</vt:lpstr>
      <vt:lpstr>Public Sector: Q4 Bookings Outlook</vt:lpstr>
      <vt:lpstr> PSS Q4 Pipe Gen Plan for Q1  Q1-26 Booking Goal $1.3M</vt:lpstr>
      <vt:lpstr>Public Sector Dreamforce Engagement 1:1 Conversations -Opportunities - Follow up</vt:lpstr>
      <vt:lpstr>PowerPoint Presentation</vt:lpstr>
      <vt:lpstr>LinkedIn Highlight </vt:lpstr>
      <vt:lpstr>PowerPoint Presentation</vt:lpstr>
      <vt:lpstr>Q3 Billings</vt:lpstr>
      <vt:lpstr>Q4 Planned Billings and Focus</vt:lpstr>
      <vt:lpstr>Team (W2) Utilization</vt:lpstr>
      <vt:lpstr>Customer Health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 Atencio Jimenez</dc:creator>
  <cp:revision>1</cp:revision>
  <cp:lastPrinted>2025-07-22T15:37:56Z</cp:lastPrinted>
  <dcterms:created xsi:type="dcterms:W3CDTF">2024-10-04T12:54:33Z</dcterms:created>
  <dcterms:modified xsi:type="dcterms:W3CDTF">2025-10-27T17:19:56Z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0x0101002388D34B768C674BB08861A246F2E600</vt:lpwstr>
  </property>
</Properties>
</file>