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3" r:id="rId27"/>
    <p:sldId id="284" r:id="rId28"/>
    <p:sldId id="285" r:id="rId29"/>
    <p:sldId id="286" r:id="rId30"/>
    <p:sldId id="288" r:id="rId31"/>
    <p:sldId id="289" r:id="rId32"/>
    <p:sldId id="291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9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Infrastructure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CEO Approval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| January 2026 | Dom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Spec: github.com/synapticera/helm-miner/docs/specs/SPEC-DELIVERY-INFRASTRUCTURE.md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/Users/dominickdefazio/Documents/dispatchConceirge/workspace/art-final/synaptic-logo.svg">
            <a:extLst>
              <a:ext uri="{FF2B5EF4-FFF2-40B4-BE49-F238E27FC236}">
                <a16:creationId xmlns:a16="http://schemas.microsoft.com/office/drawing/2014/main" id="{EF16AE6C-2B9D-AB3D-6227-87FA57004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457200"/>
            <a:ext cx="22860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8-Stage AI-Integrated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Delivery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245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&gt; Spec &gt; Task &gt; Implement &gt; Validate &gt; Staging &gt; Release &gt; Monitor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6258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1393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has defined owner and responsibilities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4253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2541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produces specific deliverables before proceeding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5401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Throughout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6842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assists at every stage: drafting, coding, reviewing, deploying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Cloud Run (agent-finder + staging)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for automated workflows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2860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(MIN project for all tickets)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146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MCP (Claude-integrated)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9260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108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new tooling costs - use existing infra + free tiers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TL;DR: What Bill Needs to Approve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7432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Dom's Authority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HOW things get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468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 &amp; assignments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process &amp; execution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decisions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 &amp; tracking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&amp; 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7432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Bill's Authority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control over WHAT gets built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554480"/>
            <a:ext cx="2468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direction &amp; vision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prioritization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decisions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on priorities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 (Mon/Wed)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822960"/>
            <a:ext cx="2743200" cy="4572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Dom's 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being approved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554480"/>
            <a:ext cx="2468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delivery pipeline</a:t>
            </a:r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cs typeface="Arial" pitchFamily="34" charset="-120"/>
              </a:rPr>
              <a:t>x-protocol cc development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sprint cadence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principles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initial implementation (Jan 27-31)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Friday Jan 31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Who owns QA? (Manual testing before production - needs to be assigned)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 &amp; 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E8473E-AE28-FD0B-5E3E-5D59BBE051EB}"/>
              </a:ext>
            </a:extLst>
          </p:cNvPr>
          <p:cNvGrpSpPr/>
          <p:nvPr/>
        </p:nvGrpSpPr>
        <p:grpSpPr>
          <a:xfrm>
            <a:off x="2377440" y="777240"/>
            <a:ext cx="2103120" cy="3931920"/>
            <a:chOff x="182880" y="777240"/>
            <a:chExt cx="2103120" cy="3931920"/>
          </a:xfrm>
        </p:grpSpPr>
        <p:sp>
          <p:nvSpPr>
            <p:cNvPr id="4" name="Shape 2"/>
            <p:cNvSpPr/>
            <p:nvPr/>
          </p:nvSpPr>
          <p:spPr>
            <a:xfrm>
              <a:off x="182880" y="777240"/>
              <a:ext cx="210312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320040" y="9144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725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Dom / Charles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2344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1A9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Owner: Stages 2-8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1508760"/>
              <a:ext cx="1828800" cy="3063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Writes specs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Creates tasks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Reviews PRs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Deploys to prod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Unblocks team</a:t>
              </a:r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cs typeface="Arial" pitchFamily="34" charset="-120"/>
                </a:rPr>
                <a:t>Does implementation too</a:t>
              </a:r>
              <a:endParaRPr lang="en-US" sz="10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237744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626A6E-DDF3-B454-1A7D-FF836A12DABA}"/>
              </a:ext>
            </a:extLst>
          </p:cNvPr>
          <p:cNvGrpSpPr/>
          <p:nvPr/>
        </p:nvGrpSpPr>
        <p:grpSpPr>
          <a:xfrm>
            <a:off x="224028" y="777240"/>
            <a:ext cx="2103120" cy="3931920"/>
            <a:chOff x="2377440" y="777240"/>
            <a:chExt cx="2103120" cy="3931920"/>
          </a:xfrm>
        </p:grpSpPr>
        <p:sp>
          <p:nvSpPr>
            <p:cNvPr id="9" name="Shape 7"/>
            <p:cNvSpPr/>
            <p:nvPr/>
          </p:nvSpPr>
          <p:spPr>
            <a:xfrm>
              <a:off x="2377440" y="777240"/>
              <a:ext cx="210312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514600" y="9144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725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Bill (CEO)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14600" y="12344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1A9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Owner: Stage 1 (Intake)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14600" y="1508760"/>
              <a:ext cx="1828800" cy="3063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 direction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Backlog priority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decisions</a:t>
              </a:r>
              <a:endParaRPr lang="en-US" sz="1000" dirty="0"/>
            </a:p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rgbClr val="44546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 Planning</a:t>
              </a:r>
              <a:endParaRPr lang="en-US" sz="10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572000" y="77724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Devs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Stage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1828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77724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777240"/>
            <a:ext cx="36576" cy="3931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(TBD)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Stage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508760"/>
            <a:ext cx="1828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acceptance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verification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Delivery Infrastructure Implementation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9164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9164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Jan 27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Jira Epic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develop branch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hook (MIN-XX)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template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CLAUDE.md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DoR/DoD</a:t>
            </a: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cs typeface="Arial" pitchFamily="34" charset="-120"/>
              </a:rPr>
              <a:t>Complete documentation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8528" y="777240"/>
            <a:ext cx="169164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8528" y="777240"/>
            <a:ext cx="169164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29968" y="9144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9968" y="9326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50008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Jan 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9968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29968" y="1554480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linting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automated tests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CI with PR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176" y="777240"/>
            <a:ext cx="169164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94176" y="777240"/>
            <a:ext cx="169164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85616" y="9144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85616" y="9326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05656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Jan 29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5616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5616" y="1554480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staging service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workflow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deploy workflow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deployments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runbook templates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9824" y="777240"/>
            <a:ext cx="169164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49824" y="777240"/>
            <a:ext cx="169164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41264" y="9144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41264" y="9326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61304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Jan 30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41264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Prep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1554480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Backlog tasks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template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deploy runbook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doc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for fixes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05472" y="777240"/>
            <a:ext cx="1691640" cy="3474720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05472" y="777240"/>
            <a:ext cx="169164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96912" y="9144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96912" y="9326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16952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Jan 31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96912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1554480"/>
            <a:ext cx="1508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system check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training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tickets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4389120"/>
            <a:ext cx="877824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Monday Jan 27, 2026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Go-Live: Friday Jan 31, 2026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Monday Feb 3, 2026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Commitment is Sacred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mid-sprint. New requests go to backlog. Emergencies (P0) are the ONLY exception.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35608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6184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1527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 50x Faster with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17556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optional - it's how we work. Every stage uses Claude. ”PROCESS" not "prompt and pray."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4024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093976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258568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21854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AI-Native Product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4140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&gt; Traditional BI. Don't build dashboards when AI can answer questions.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52344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2916936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93522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Shall Not Block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0723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fast. SOC 2 when enterprise customers demand it. Build securely, but don't wait for perfect.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107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410712"/>
            <a:ext cx="45720" cy="62179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575304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59359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35021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Innovate 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730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action items are P0. Improve delivery weekly. Automate anything done 3+ times.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233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principles override process when in conflict. Example: Security review would delay sprint? Skip it, document the risk, move forward.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- Claude at Every Stage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5" dirty="0"/>
          </a:p>
        </p:txBody>
      </p:sp>
      <p:sp>
        <p:nvSpPr>
          <p:cNvPr id="8" name="Text 6"/>
          <p:cNvSpPr/>
          <p:nvPr/>
        </p:nvSpPr>
        <p:spPr>
          <a:xfrm>
            <a:off x="54864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Jira stories from meeting transcripts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acceptance criteria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requirements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5" dirty="0"/>
          </a:p>
        </p:txBody>
      </p:sp>
      <p:sp>
        <p:nvSpPr>
          <p:cNvPr id="14" name="Text 12"/>
          <p:cNvSpPr/>
          <p:nvPr/>
        </p:nvSpPr>
        <p:spPr>
          <a:xfrm>
            <a:off x="278892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technical specs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codebase patterns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files to modify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5" dirty="0"/>
          </a:p>
        </p:txBody>
      </p:sp>
      <p:sp>
        <p:nvSpPr>
          <p:cNvPr id="20" name="Text 18"/>
          <p:cNvSpPr/>
          <p:nvPr/>
        </p:nvSpPr>
        <p:spPr>
          <a:xfrm>
            <a:off x="502920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specs into tasks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dependencies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effort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77724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77724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88696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90525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75" dirty="0"/>
          </a:p>
        </p:txBody>
      </p:sp>
      <p:sp>
        <p:nvSpPr>
          <p:cNvPr id="26" name="Text 24"/>
          <p:cNvSpPr/>
          <p:nvPr/>
        </p:nvSpPr>
        <p:spPr>
          <a:xfrm>
            <a:off x="7269480" y="886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18872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 first (TDD)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commits properly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75" dirty="0"/>
          </a:p>
        </p:txBody>
      </p:sp>
      <p:sp>
        <p:nvSpPr>
          <p:cNvPr id="32" name="Text 30"/>
          <p:cNvSpPr/>
          <p:nvPr/>
        </p:nvSpPr>
        <p:spPr>
          <a:xfrm>
            <a:off x="54864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PRs with template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review feedback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lint/format checks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2316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1460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1460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75" dirty="0"/>
          </a:p>
        </p:txBody>
      </p:sp>
      <p:sp>
        <p:nvSpPr>
          <p:cNvPr id="38" name="Text 36"/>
          <p:cNvSpPr/>
          <p:nvPr/>
        </p:nvSpPr>
        <p:spPr>
          <a:xfrm>
            <a:off x="278892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deployment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health endpoint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75" dirty="0"/>
          </a:p>
        </p:txBody>
      </p:sp>
      <p:sp>
        <p:nvSpPr>
          <p:cNvPr id="44" name="Text 42"/>
          <p:cNvSpPr/>
          <p:nvPr/>
        </p:nvSpPr>
        <p:spPr>
          <a:xfrm>
            <a:off x="502920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release PR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 tags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to Done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2514600"/>
            <a:ext cx="21488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03720" y="2514600"/>
            <a:ext cx="36576" cy="16459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95160" y="2624328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95160" y="2642616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75" dirty="0"/>
          </a:p>
        </p:txBody>
      </p:sp>
      <p:sp>
        <p:nvSpPr>
          <p:cNvPr id="50" name="Text 48"/>
          <p:cNvSpPr/>
          <p:nvPr/>
        </p:nvSpPr>
        <p:spPr>
          <a:xfrm>
            <a:off x="7269480" y="2624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2926080"/>
            <a:ext cx="1965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logs for errors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issues</a:t>
            </a:r>
            <a:endParaRPr lang="en-US" sz="900" dirty="0"/>
          </a:p>
          <a:p>
            <a:pPr>
              <a:spcAft>
                <a:spcPts val="2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rollback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43708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- 8-Stage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5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Bill/Dom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07592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07592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27632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27632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5" dirty="0"/>
          </a:p>
        </p:txBody>
      </p:sp>
      <p:sp>
        <p:nvSpPr>
          <p:cNvPr id="15" name="Text 13"/>
          <p:cNvSpPr/>
          <p:nvPr/>
        </p:nvSpPr>
        <p:spPr>
          <a:xfrm>
            <a:off x="1307592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07592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21992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86584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86584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06624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06624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5" dirty="0"/>
          </a:p>
        </p:txBody>
      </p:sp>
      <p:sp>
        <p:nvSpPr>
          <p:cNvPr id="22" name="Text 20"/>
          <p:cNvSpPr/>
          <p:nvPr/>
        </p:nvSpPr>
        <p:spPr>
          <a:xfrm>
            <a:off x="2386584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86584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00984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65576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65576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85616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85616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75" dirty="0"/>
          </a:p>
        </p:txBody>
      </p:sp>
      <p:sp>
        <p:nvSpPr>
          <p:cNvPr id="29" name="Text 27"/>
          <p:cNvSpPr/>
          <p:nvPr/>
        </p:nvSpPr>
        <p:spPr>
          <a:xfrm>
            <a:off x="3465576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79976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44568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44568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64608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75" dirty="0"/>
          </a:p>
        </p:txBody>
      </p:sp>
      <p:sp>
        <p:nvSpPr>
          <p:cNvPr id="36" name="Text 34"/>
          <p:cNvSpPr/>
          <p:nvPr/>
        </p:nvSpPr>
        <p:spPr>
          <a:xfrm>
            <a:off x="4544568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445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Dom/Charles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58968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23560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23560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43600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0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75" dirty="0"/>
          </a:p>
        </p:txBody>
      </p:sp>
      <p:sp>
        <p:nvSpPr>
          <p:cNvPr id="43" name="Text 41"/>
          <p:cNvSpPr/>
          <p:nvPr/>
        </p:nvSpPr>
        <p:spPr>
          <a:xfrm>
            <a:off x="5623560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23560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7960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702552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02552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22592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22592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75" dirty="0"/>
          </a:p>
        </p:txBody>
      </p:sp>
      <p:sp>
        <p:nvSpPr>
          <p:cNvPr id="50" name="Text 48"/>
          <p:cNvSpPr/>
          <p:nvPr/>
        </p:nvSpPr>
        <p:spPr>
          <a:xfrm>
            <a:off x="6702552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02552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616952" y="1097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81544" y="777240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781544" y="777240"/>
            <a:ext cx="36576" cy="9144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101584" y="868680"/>
            <a:ext cx="228600" cy="22860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101584" y="886968"/>
            <a:ext cx="228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75" dirty="0"/>
          </a:p>
        </p:txBody>
      </p:sp>
      <p:sp>
        <p:nvSpPr>
          <p:cNvPr id="57" name="Text 55"/>
          <p:cNvSpPr/>
          <p:nvPr/>
        </p:nvSpPr>
        <p:spPr>
          <a:xfrm>
            <a:off x="7781544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81544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Philosophy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1148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148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flows through all 8 stages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skipping stages (except P0 emergencies)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at each stage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(Claude) assists at every stage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gates where possible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375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Flow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33756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33756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sprints (Mon-Fri)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Planning: Friday 2 PM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assigned before weekend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starts Monday AM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standups / sprint meetings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26480" y="18288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636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63640" y="219456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63640" y="23317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approval before task creation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required before PR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review before merge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verification before prod</a:t>
            </a:r>
            <a:endParaRPr lang="en-US" sz="900" dirty="0"/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after deploy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40965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Stages 1-3 (Planning) happen before sprint. Stages 4-8 (Execution) happen during sprint.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INTAKE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Bill/Dom/Charles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gathering from stakeholders. All work starts 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documented in Jira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verbal-only requests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assigned (P0-P3)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 sessions (Mon/Wed)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Jira story from conversation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acceptance criteria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questions to clarify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dependencies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complexity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Jira ticket with acceptance criteria, ready for 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SPEC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/ 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 creation. Defines HOW to build the feature.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before ANY code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file changes needed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testing approach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edge cases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before task creation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technical spec from Jira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codebase for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files to modify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test cases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technical 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Technical spec document approved by Dom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/ Charles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spec into implementable tasks. Creates the sprint 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2-4 hours max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definition of done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identified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developer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Backlog MCP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spec into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task ordering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dependencies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effort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Backlog tasks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Tasks in Backlog, assigned and ready for sprint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IMPLEMENT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Developer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coding work. AI-assisted development.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TDD (test first)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for coding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code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focused commits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task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failing test first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 to pass test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code properly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descriptive commits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edge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Working code with tests, committed to feature branch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VALIDATE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 + QA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and testing. Ensures quality before merge.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created with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must pass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QA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verified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 with proper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linting issues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review feedback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 coverage check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documentation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Approved PR ready to merge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6: STAGING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QA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deployment to staging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merge to develop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verification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URL for testing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required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deployment status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health endpoint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failures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key functionality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Feature live on staging, verified working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7: RELEASE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deployment. Manual trigger with verification.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develop to main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release version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health check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release PR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release notes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 tag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Jira to Done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stakeholders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Feature live in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8: MONITOR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Post-deployment monitoring. Catch issues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logs for errors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tracking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if needed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114800" cy="25603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Tasks (Claude)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GCP logs for errors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error patterns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reported issues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fixes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rollback if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Healthy production system or documented incident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Cadence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sprints (Mon-Fri)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Friday 2 PM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Standup: Daily sync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Retro: Every other Friday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#helm-dev for development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#helm-deploys for releases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DM for urgent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decisions documented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Planning: Mon/Wed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Planning: Fri 2 PM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Retro: Alt Fridays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required meetings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Minimize meetings. Maximize async communication. Document everything.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MCP (AI-Native)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read/write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development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status updates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Sprint-aware task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(External Tracking)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tickets use MIN project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Backlog tasks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visibility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Levels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813816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(Critical): Production down, security issue - Drop everything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(High): Blocking user work - This sprint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(Medium): Important feature - Next sprint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(Low): Nice to have - Backlog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(DoR)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Jira ticket exists with clear 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Acceptance criteria documented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Technical spec written and approved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Dependencies identified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Effort estimated (story points)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Priority assigned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Assigned to developer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blockers identified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cannot enter sprint unless ALL items are checked. No exceptions.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(DoD)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Code complete and committed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Tests written and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 created with template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Code review approved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CI pipeline passes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Deployed to staging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QA testing passed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Jira updated to Done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is not Done until ALL items are checked. "Working on my machine" is not Done.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discussion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decisions, updates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#helm-deploys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notifications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Auto-posted by CI/CD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Blockers, P0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Comments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clarifications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async. If it can wait until tomorrow, write it in Slack. DMs for urgent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Formats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Mon/Wed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+ Dom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backlog, discuss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Afternoon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Charles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sprint 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Fridays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process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57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sync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cs typeface="Arial" pitchFamily="34" charset="-120"/>
              </a:rPr>
              <a:t>Resolve Blocks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recurring meetings. Ad-hoc only when absolutely necessary.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main: Production code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develop: Integration branch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feature/*: New features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fix/*: Bug fixes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type(scope): description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Jira ticket: [MIN-XXX]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feat, fix, docs, refactor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but concise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813816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 template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Jira ticket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must pass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approval required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33008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Project-specific instructions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patterns to follow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requirements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 format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naming conventions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guidelines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Best Practices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"Process" not "prompt and pray"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AI output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context focused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clear, specific prompts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generated tests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security issues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all tests on PR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29968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70048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0048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29968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reviews all PRs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85616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25696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85616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Deploy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merge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41264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344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81344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1264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acceptance criteria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41464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96912" y="914400"/>
            <a:ext cx="1645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36992" y="1051560"/>
            <a:ext cx="274320" cy="274320"/>
          </a:xfrm>
          <a:prstGeom prst="ellipse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36992" y="1069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96912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88352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approves for prod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Who owns QA? Needs to be assigned before go-live.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Completion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 of committed work done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points completed / committed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days from ready to done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task completion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 deploys per week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P0/P1 per sprint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bugs introduced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Offshore timezone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async communication, documented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AI code quality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Mandatory code review, test 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Scope creep mid-sprint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56032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Sacred sprint commitment, P0-only exceptions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5720" cy="77724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Single point of failure (Dom)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429000"/>
            <a:ext cx="429768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 everything, cross-train team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(Future)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Feature flags for gradual rollouts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Automated performance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A/B testing infrastructure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Advanced monitoring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Automated dependency updates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Chaos engineering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required for go-live. Consider for future sprints based on team bandwidth.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&lt; 2s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load &lt; 3s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100 concurrent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uptime target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468880" cy="27432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in code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only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Runbook Templates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960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created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docs/runbooks/deploy.md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Procedure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created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9476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docs/runbooks/rollback.md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created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791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docs/runbooks/incident.md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Rotation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docs/runbooks/oncall.md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Incident Severity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072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868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868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P0 - 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down, security breach, data loss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P1 - 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hour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103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feature broken, blocking 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P2 - Medium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 hours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788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degraded, workaround exists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85953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P3 - Low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sprint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474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bug, cosmetic issue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B10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432"/>
            <a:ext cx="9144000" cy="36576"/>
          </a:xfrm>
          <a:prstGeom prst="rect">
            <a:avLst/>
          </a:prstGeom>
          <a:solidFill>
            <a:srgbClr val="0C11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0D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2296"/>
            <a:ext cx="9144000" cy="36576"/>
          </a:xfrm>
          <a:prstGeom prst="rect">
            <a:avLst/>
          </a:prstGeom>
          <a:solidFill>
            <a:srgbClr val="0D14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137160"/>
            <a:ext cx="9144000" cy="36576"/>
          </a:xfrm>
          <a:prstGeom prst="rect">
            <a:avLst/>
          </a:prstGeom>
          <a:solidFill>
            <a:srgbClr val="0F16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64592"/>
            <a:ext cx="9144000" cy="36576"/>
          </a:xfrm>
          <a:prstGeom prst="rect">
            <a:avLst/>
          </a:prstGeom>
          <a:solidFill>
            <a:srgbClr val="10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92024"/>
            <a:ext cx="9144000" cy="36576"/>
          </a:xfrm>
          <a:prstGeom prst="rect">
            <a:avLst/>
          </a:prstGeom>
          <a:solidFill>
            <a:srgbClr val="11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19456"/>
            <a:ext cx="9144000" cy="36576"/>
          </a:xfrm>
          <a:prstGeom prst="rect">
            <a:avLst/>
          </a:prstGeom>
          <a:solidFill>
            <a:srgbClr val="12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246888"/>
            <a:ext cx="9144000" cy="36576"/>
          </a:xfrm>
          <a:prstGeom prst="rect">
            <a:avLst/>
          </a:prstGeom>
          <a:solidFill>
            <a:srgbClr val="12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274320"/>
            <a:ext cx="9144000" cy="36576"/>
          </a:xfrm>
          <a:prstGeom prst="rect">
            <a:avLst/>
          </a:prstGeom>
          <a:solidFill>
            <a:srgbClr val="131C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301752"/>
            <a:ext cx="9144000" cy="36576"/>
          </a:xfrm>
          <a:prstGeom prst="rect">
            <a:avLst/>
          </a:prstGeom>
          <a:solidFill>
            <a:srgbClr val="141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329184"/>
            <a:ext cx="9144000" cy="36576"/>
          </a:xfrm>
          <a:prstGeom prst="rect">
            <a:avLst/>
          </a:prstGeom>
          <a:solidFill>
            <a:srgbClr val="151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356616"/>
            <a:ext cx="9144000" cy="36576"/>
          </a:xfrm>
          <a:prstGeom prst="rect">
            <a:avLst/>
          </a:prstGeom>
          <a:solidFill>
            <a:srgbClr val="162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162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172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38912"/>
            <a:ext cx="9144000" cy="36576"/>
          </a:xfrm>
          <a:prstGeom prst="rect">
            <a:avLst/>
          </a:prstGeom>
          <a:solidFill>
            <a:srgbClr val="1823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66344"/>
            <a:ext cx="9144000" cy="36576"/>
          </a:xfrm>
          <a:prstGeom prst="rect">
            <a:avLst/>
          </a:prstGeom>
          <a:solidFill>
            <a:srgbClr val="1924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93776"/>
            <a:ext cx="9144000" cy="36576"/>
          </a:xfrm>
          <a:prstGeom prst="rect">
            <a:avLst/>
          </a:prstGeom>
          <a:solidFill>
            <a:srgbClr val="1A2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21208"/>
            <a:ext cx="9144000" cy="36576"/>
          </a:xfrm>
          <a:prstGeom prst="rect">
            <a:avLst/>
          </a:prstGeom>
          <a:solidFill>
            <a:srgbClr val="1C2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1F2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576072"/>
            <a:ext cx="9144000" cy="36576"/>
          </a:xfrm>
          <a:prstGeom prst="rect">
            <a:avLst/>
          </a:prstGeom>
          <a:solidFill>
            <a:srgbClr val="212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242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630936"/>
            <a:ext cx="9144000" cy="36576"/>
          </a:xfrm>
          <a:prstGeom prst="rect">
            <a:avLst/>
          </a:prstGeom>
          <a:solidFill>
            <a:srgbClr val="262B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92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C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2E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740664"/>
            <a:ext cx="9144000" cy="36576"/>
          </a:xfrm>
          <a:prstGeom prst="rect">
            <a:avLst/>
          </a:prstGeom>
          <a:solidFill>
            <a:srgbClr val="3130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768096"/>
            <a:ext cx="9144000" cy="36576"/>
          </a:xfrm>
          <a:prstGeom prst="rect">
            <a:avLst/>
          </a:prstGeom>
          <a:solidFill>
            <a:srgbClr val="3431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363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3933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B35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3E36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905256"/>
            <a:ext cx="9144000" cy="36576"/>
          </a:xfrm>
          <a:prstGeom prst="rect">
            <a:avLst/>
          </a:prstGeom>
          <a:solidFill>
            <a:srgbClr val="4137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4338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63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493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0" y="1014984"/>
            <a:ext cx="9144000" cy="36576"/>
          </a:xfrm>
          <a:prstGeom prst="rect">
            <a:avLst/>
          </a:prstGeom>
          <a:solidFill>
            <a:srgbClr val="4D3C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1042416"/>
            <a:ext cx="9144000" cy="36576"/>
          </a:xfrm>
          <a:prstGeom prst="rect">
            <a:avLst/>
          </a:prstGeom>
          <a:solidFill>
            <a:srgbClr val="543D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1069848"/>
            <a:ext cx="9144000" cy="36576"/>
          </a:xfrm>
          <a:prstGeom prst="rect">
            <a:avLst/>
          </a:prstGeom>
          <a:solidFill>
            <a:srgbClr val="5B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6241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0" y="1124712"/>
            <a:ext cx="9144000" cy="36576"/>
          </a:xfrm>
          <a:prstGeom prst="rect">
            <a:avLst/>
          </a:prstGeom>
          <a:solidFill>
            <a:srgbClr val="694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0" y="1152144"/>
            <a:ext cx="9144000" cy="36576"/>
          </a:xfrm>
          <a:prstGeom prst="rect">
            <a:avLst/>
          </a:prstGeom>
          <a:solidFill>
            <a:srgbClr val="6F4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0" y="1179576"/>
            <a:ext cx="9144000" cy="36576"/>
          </a:xfrm>
          <a:prstGeom prst="rect">
            <a:avLst/>
          </a:prstGeom>
          <a:solidFill>
            <a:srgbClr val="7646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0" y="1207008"/>
            <a:ext cx="9144000" cy="36576"/>
          </a:xfrm>
          <a:prstGeom prst="rect">
            <a:avLst/>
          </a:prstGeom>
          <a:solidFill>
            <a:srgbClr val="7D4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0" y="1234440"/>
            <a:ext cx="9144000" cy="36576"/>
          </a:xfrm>
          <a:prstGeom prst="rect">
            <a:avLst/>
          </a:prstGeom>
          <a:solidFill>
            <a:srgbClr val="844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0" y="1261872"/>
            <a:ext cx="9144000" cy="36576"/>
          </a:xfrm>
          <a:prstGeom prst="rect">
            <a:avLst/>
          </a:prstGeom>
          <a:solidFill>
            <a:srgbClr val="8B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0" y="1289304"/>
            <a:ext cx="9144000" cy="36576"/>
          </a:xfrm>
          <a:prstGeom prst="rect">
            <a:avLst/>
          </a:prstGeom>
          <a:solidFill>
            <a:srgbClr val="92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1316736"/>
            <a:ext cx="9144000" cy="36576"/>
          </a:xfrm>
          <a:prstGeom prst="rect">
            <a:avLst/>
          </a:prstGeom>
          <a:solidFill>
            <a:srgbClr val="994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0" y="1344168"/>
            <a:ext cx="9144000" cy="36576"/>
          </a:xfrm>
          <a:prstGeom prst="rect">
            <a:avLst/>
          </a:prstGeom>
          <a:solidFill>
            <a:srgbClr val="A050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1371600"/>
            <a:ext cx="9144000" cy="36576"/>
          </a:xfrm>
          <a:prstGeom prst="rect">
            <a:avLst/>
          </a:prstGeom>
          <a:solidFill>
            <a:srgbClr val="A75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1399032"/>
            <a:ext cx="9144000" cy="36576"/>
          </a:xfrm>
          <a:prstGeom prst="rect">
            <a:avLst/>
          </a:prstGeom>
          <a:solidFill>
            <a:srgbClr val="AE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0" y="1426464"/>
            <a:ext cx="9144000" cy="36576"/>
          </a:xfrm>
          <a:prstGeom prst="rect">
            <a:avLst/>
          </a:prstGeom>
          <a:solidFill>
            <a:srgbClr val="B45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BB5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1481328"/>
            <a:ext cx="9144000" cy="36576"/>
          </a:xfrm>
          <a:prstGeom prst="rect">
            <a:avLst/>
          </a:prstGeom>
          <a:solidFill>
            <a:srgbClr val="C25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0" y="1508760"/>
            <a:ext cx="9144000" cy="36576"/>
          </a:xfrm>
          <a:prstGeom prst="rect">
            <a:avLst/>
          </a:prstGeom>
          <a:solidFill>
            <a:srgbClr val="C85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0" y="1536192"/>
            <a:ext cx="9144000" cy="36576"/>
          </a:xfrm>
          <a:prstGeom prst="rect">
            <a:avLst/>
          </a:prstGeom>
          <a:solidFill>
            <a:srgbClr val="CB6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0" y="1563624"/>
            <a:ext cx="9144000" cy="36576"/>
          </a:xfrm>
          <a:prstGeom prst="rect">
            <a:avLst/>
          </a:prstGeom>
          <a:solidFill>
            <a:srgbClr val="CE6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0" y="1591056"/>
            <a:ext cx="9144000" cy="36576"/>
          </a:xfrm>
          <a:prstGeom prst="rect">
            <a:avLst/>
          </a:prstGeom>
          <a:solidFill>
            <a:srgbClr val="D06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0" y="1618488"/>
            <a:ext cx="9144000" cy="36576"/>
          </a:xfrm>
          <a:prstGeom prst="rect">
            <a:avLst/>
          </a:prstGeom>
          <a:solidFill>
            <a:srgbClr val="D37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1645920"/>
            <a:ext cx="9144000" cy="36576"/>
          </a:xfrm>
          <a:prstGeom prst="rect">
            <a:avLst/>
          </a:prstGeom>
          <a:solidFill>
            <a:srgbClr val="D67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0" y="1673352"/>
            <a:ext cx="9144000" cy="36576"/>
          </a:xfrm>
          <a:prstGeom prst="rect">
            <a:avLst/>
          </a:prstGeom>
          <a:solidFill>
            <a:srgbClr val="D87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0" y="1700784"/>
            <a:ext cx="9144000" cy="36576"/>
          </a:xfrm>
          <a:prstGeom prst="rect">
            <a:avLst/>
          </a:prstGeom>
          <a:solidFill>
            <a:srgbClr val="DB8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0" y="1728216"/>
            <a:ext cx="9144000" cy="36576"/>
          </a:xfrm>
          <a:prstGeom prst="rect">
            <a:avLst/>
          </a:prstGeom>
          <a:solidFill>
            <a:srgbClr val="DD8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0" y="1755648"/>
            <a:ext cx="9144000" cy="36576"/>
          </a:xfrm>
          <a:prstGeom prst="rect">
            <a:avLst/>
          </a:prstGeom>
          <a:solidFill>
            <a:srgbClr val="E09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0" y="1783080"/>
            <a:ext cx="9144000" cy="36576"/>
          </a:xfrm>
          <a:prstGeom prst="rect">
            <a:avLst/>
          </a:prstGeom>
          <a:solidFill>
            <a:srgbClr val="E39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E59E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0" y="1837944"/>
            <a:ext cx="9144000" cy="36576"/>
          </a:xfrm>
          <a:prstGeom prst="rect">
            <a:avLst/>
          </a:prstGeom>
          <a:solidFill>
            <a:srgbClr val="E8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0" y="1865376"/>
            <a:ext cx="9144000" cy="36576"/>
          </a:xfrm>
          <a:prstGeom prst="rect">
            <a:avLst/>
          </a:prstGeom>
          <a:solidFill>
            <a:srgbClr val="E8A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0" y="1892808"/>
            <a:ext cx="9144000" cy="36576"/>
          </a:xfrm>
          <a:prstGeom prst="rect">
            <a:avLst/>
          </a:prstGeom>
          <a:solidFill>
            <a:srgbClr val="E8A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E8A8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0" y="1947672"/>
            <a:ext cx="9144000" cy="36576"/>
          </a:xfrm>
          <a:prstGeom prst="rect">
            <a:avLst/>
          </a:prstGeom>
          <a:solidFill>
            <a:srgbClr val="E8A9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1975104"/>
            <a:ext cx="9144000" cy="36576"/>
          </a:xfrm>
          <a:prstGeom prst="rect">
            <a:avLst/>
          </a:prstGeom>
          <a:solidFill>
            <a:srgbClr val="E8A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0" y="2002536"/>
            <a:ext cx="9144000" cy="36576"/>
          </a:xfrm>
          <a:prstGeom prst="rect">
            <a:avLst/>
          </a:prstGeom>
          <a:solidFill>
            <a:srgbClr val="E8A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0" y="2029968"/>
            <a:ext cx="9144000" cy="36576"/>
          </a:xfrm>
          <a:prstGeom prst="rect">
            <a:avLst/>
          </a:prstGeom>
          <a:solidFill>
            <a:srgbClr val="E8A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0" y="2057400"/>
            <a:ext cx="9144000" cy="36576"/>
          </a:xfrm>
          <a:prstGeom prst="rect">
            <a:avLst/>
          </a:prstGeom>
          <a:solidFill>
            <a:srgbClr val="E8AE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0" y="2084832"/>
            <a:ext cx="9144000" cy="36576"/>
          </a:xfrm>
          <a:prstGeom prst="rect">
            <a:avLst/>
          </a:prstGeom>
          <a:solidFill>
            <a:srgbClr val="E8B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0" y="2112264"/>
            <a:ext cx="9144000" cy="36576"/>
          </a:xfrm>
          <a:prstGeom prst="rect">
            <a:avLst/>
          </a:prstGeom>
          <a:solidFill>
            <a:srgbClr val="E8B1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0" y="2139696"/>
            <a:ext cx="9144000" cy="36576"/>
          </a:xfrm>
          <a:prstGeom prst="rect">
            <a:avLst/>
          </a:prstGeom>
          <a:solidFill>
            <a:srgbClr val="E8B2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0" y="2167128"/>
            <a:ext cx="9144000" cy="36576"/>
          </a:xfrm>
          <a:prstGeom prst="rect">
            <a:avLst/>
          </a:prstGeom>
          <a:solidFill>
            <a:srgbClr val="E8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0" y="22219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0" y="224942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0" y="227685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0" y="230428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0" y="235915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0" y="238658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0" y="241401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0" y="244144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0" y="246888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0" y="249631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0" y="255117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0" y="257860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0" y="260604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0" y="263347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0" y="266090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0" y="268833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0" y="271576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0" y="274320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0" y="277063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0" y="279806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0" y="282549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0" y="285292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0" y="28803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0" y="29077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0" y="293522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0" y="296265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0" y="299008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0" y="301752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0" y="304495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0" y="307238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0" y="309981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0" y="312724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0" y="315468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0" y="318211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0" y="320954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0" y="326440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329184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0" y="331927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0" y="334670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0" y="337413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0" y="340156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0" y="342900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0" y="345643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0" y="3483864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0" y="3511296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0" y="3538728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0" y="3566160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0" y="3593592"/>
            <a:ext cx="9144000" cy="36576"/>
          </a:xfrm>
          <a:prstGeom prst="rect">
            <a:avLst/>
          </a:prstGeom>
          <a:solidFill>
            <a:srgbClr val="E8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408462" y="1265345"/>
            <a:ext cx="28587" cy="28587"/>
          </a:xfrm>
          <a:prstGeom prst="ellipse">
            <a:avLst/>
          </a:prstGeom>
          <a:solidFill>
            <a:srgbClr val="AABBCC">
              <a:alpha val="592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6077602" y="640028"/>
            <a:ext cx="17346" cy="17346"/>
          </a:xfrm>
          <a:prstGeom prst="ellipse">
            <a:avLst/>
          </a:prstGeom>
          <a:solidFill>
            <a:srgbClr val="AABBCC">
              <a:alpha val="5191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990910" y="1422297"/>
            <a:ext cx="24652" cy="24652"/>
          </a:xfrm>
          <a:prstGeom prst="ellipse">
            <a:avLst/>
          </a:prstGeom>
          <a:solidFill>
            <a:srgbClr val="AABBCC">
              <a:alpha val="6123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030126" y="1659704"/>
            <a:ext cx="17387" cy="17387"/>
          </a:xfrm>
          <a:prstGeom prst="ellipse">
            <a:avLst/>
          </a:prstGeom>
          <a:solidFill>
            <a:srgbClr val="AABBCC">
              <a:alpha val="566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9130116" y="1623087"/>
            <a:ext cx="20201" cy="20201"/>
          </a:xfrm>
          <a:prstGeom prst="ellipse">
            <a:avLst/>
          </a:prstGeom>
          <a:solidFill>
            <a:srgbClr val="FFFFFF">
              <a:alpha val="794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3187710" y="671817"/>
            <a:ext cx="25624" cy="25624"/>
          </a:xfrm>
          <a:prstGeom prst="ellipse">
            <a:avLst/>
          </a:prstGeom>
          <a:solidFill>
            <a:srgbClr val="AABBCC">
              <a:alpha val="505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69406" y="1152627"/>
            <a:ext cx="28918" cy="28918"/>
          </a:xfrm>
          <a:prstGeom prst="ellipse">
            <a:avLst/>
          </a:prstGeom>
          <a:solidFill>
            <a:srgbClr val="AABBCC">
              <a:alpha val="669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1313246" y="488693"/>
            <a:ext cx="22355" cy="22355"/>
          </a:xfrm>
          <a:prstGeom prst="ellipse">
            <a:avLst/>
          </a:prstGeom>
          <a:solidFill>
            <a:srgbClr val="AABBCC">
              <a:alpha val="579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923167" y="1269005"/>
            <a:ext cx="18026" cy="18026"/>
          </a:xfrm>
          <a:prstGeom prst="ellipse">
            <a:avLst/>
          </a:prstGeom>
          <a:solidFill>
            <a:srgbClr val="AABBCC">
              <a:alpha val="6161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7470844" y="650674"/>
            <a:ext cx="23595" cy="23595"/>
          </a:xfrm>
          <a:prstGeom prst="ellipse">
            <a:avLst/>
          </a:prstGeom>
          <a:solidFill>
            <a:srgbClr val="FFFFFF">
              <a:alpha val="7536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7342740" y="200359"/>
            <a:ext cx="18002" cy="18002"/>
          </a:xfrm>
          <a:prstGeom prst="ellipse">
            <a:avLst/>
          </a:prstGeom>
          <a:solidFill>
            <a:srgbClr val="AABBCC">
              <a:alpha val="443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8784942" y="1640323"/>
            <a:ext cx="22362" cy="22362"/>
          </a:xfrm>
          <a:prstGeom prst="ellipse">
            <a:avLst/>
          </a:prstGeom>
          <a:solidFill>
            <a:srgbClr val="AABBCC">
              <a:alpha val="797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367391" y="992034"/>
            <a:ext cx="20896" cy="20896"/>
          </a:xfrm>
          <a:prstGeom prst="ellipse">
            <a:avLst/>
          </a:prstGeom>
          <a:solidFill>
            <a:srgbClr val="AABBCC">
              <a:alpha val="713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189540" y="573901"/>
            <a:ext cx="30823" cy="30823"/>
          </a:xfrm>
          <a:prstGeom prst="ellipse">
            <a:avLst/>
          </a:prstGeom>
          <a:solidFill>
            <a:srgbClr val="AABBCC">
              <a:alpha val="5567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7366056" y="352575"/>
            <a:ext cx="18122" cy="18122"/>
          </a:xfrm>
          <a:prstGeom prst="ellipse">
            <a:avLst/>
          </a:prstGeom>
          <a:solidFill>
            <a:srgbClr val="AABBCC">
              <a:alpha val="745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421658" y="999101"/>
            <a:ext cx="34778" cy="34778"/>
          </a:xfrm>
          <a:prstGeom prst="ellipse">
            <a:avLst/>
          </a:prstGeom>
          <a:solidFill>
            <a:srgbClr val="AABBCC">
              <a:alpha val="646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8801715" y="278870"/>
            <a:ext cx="34661" cy="34661"/>
          </a:xfrm>
          <a:prstGeom prst="ellipse">
            <a:avLst/>
          </a:prstGeom>
          <a:solidFill>
            <a:srgbClr val="AABBCC">
              <a:alpha val="500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567045" y="536754"/>
            <a:ext cx="15702" cy="15702"/>
          </a:xfrm>
          <a:prstGeom prst="ellipse">
            <a:avLst/>
          </a:prstGeom>
          <a:solidFill>
            <a:srgbClr val="AABBCC">
              <a:alpha val="628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420585" y="954392"/>
            <a:ext cx="24964" cy="24964"/>
          </a:xfrm>
          <a:prstGeom prst="ellipse">
            <a:avLst/>
          </a:prstGeom>
          <a:solidFill>
            <a:srgbClr val="AABBCC">
              <a:alpha val="710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042197" y="1493926"/>
            <a:ext cx="14572" cy="14572"/>
          </a:xfrm>
          <a:prstGeom prst="ellipse">
            <a:avLst/>
          </a:prstGeom>
          <a:solidFill>
            <a:srgbClr val="AABBCC">
              <a:alpha val="439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6873330" y="1453705"/>
            <a:ext cx="27759" cy="27759"/>
          </a:xfrm>
          <a:prstGeom prst="ellipse">
            <a:avLst/>
          </a:prstGeom>
          <a:solidFill>
            <a:srgbClr val="AABBCC">
              <a:alpha val="656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340555" y="20807"/>
            <a:ext cx="19631" cy="19631"/>
          </a:xfrm>
          <a:prstGeom prst="ellipse">
            <a:avLst/>
          </a:prstGeom>
          <a:solidFill>
            <a:srgbClr val="AABBCC">
              <a:alpha val="590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291124" y="317500"/>
            <a:ext cx="32047" cy="32047"/>
          </a:xfrm>
          <a:prstGeom prst="ellipse">
            <a:avLst/>
          </a:prstGeom>
          <a:solidFill>
            <a:srgbClr val="AABBCC">
              <a:alpha val="5342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28271" y="377176"/>
            <a:ext cx="22656" cy="22656"/>
          </a:xfrm>
          <a:prstGeom prst="ellipse">
            <a:avLst/>
          </a:prstGeom>
          <a:solidFill>
            <a:srgbClr val="AABBCC">
              <a:alpha val="715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5600595" y="1395340"/>
            <a:ext cx="26981" cy="26981"/>
          </a:xfrm>
          <a:prstGeom prst="ellipse">
            <a:avLst/>
          </a:prstGeom>
          <a:solidFill>
            <a:srgbClr val="AABBCC">
              <a:alpha val="794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2785408" y="517877"/>
            <a:ext cx="25221" cy="25221"/>
          </a:xfrm>
          <a:prstGeom prst="ellipse">
            <a:avLst/>
          </a:prstGeom>
          <a:solidFill>
            <a:srgbClr val="AABBCC">
              <a:alpha val="691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5145260" y="613877"/>
            <a:ext cx="23975" cy="23975"/>
          </a:xfrm>
          <a:prstGeom prst="ellipse">
            <a:avLst/>
          </a:prstGeom>
          <a:solidFill>
            <a:srgbClr val="AABBCC">
              <a:alpha val="7559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788874" y="1471734"/>
            <a:ext cx="18041" cy="18041"/>
          </a:xfrm>
          <a:prstGeom prst="ellipse">
            <a:avLst/>
          </a:prstGeom>
          <a:solidFill>
            <a:srgbClr val="AABBCC">
              <a:alpha val="497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2148434" y="702147"/>
            <a:ext cx="33315" cy="33315"/>
          </a:xfrm>
          <a:prstGeom prst="ellipse">
            <a:avLst/>
          </a:prstGeom>
          <a:solidFill>
            <a:srgbClr val="AABBCC">
              <a:alpha val="632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2168192" y="1496149"/>
            <a:ext cx="14689" cy="14689"/>
          </a:xfrm>
          <a:prstGeom prst="ellipse">
            <a:avLst/>
          </a:prstGeom>
          <a:solidFill>
            <a:srgbClr val="AABBCC">
              <a:alpha val="6815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1546778" y="1759928"/>
            <a:ext cx="23149" cy="23149"/>
          </a:xfrm>
          <a:prstGeom prst="ellipse">
            <a:avLst/>
          </a:prstGeom>
          <a:solidFill>
            <a:srgbClr val="AABBCC">
              <a:alpha val="620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2015604" y="967297"/>
            <a:ext cx="35959" cy="35959"/>
          </a:xfrm>
          <a:prstGeom prst="ellipse">
            <a:avLst/>
          </a:prstGeom>
          <a:solidFill>
            <a:srgbClr val="AABBCC">
              <a:alpha val="690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621527" y="1212330"/>
            <a:ext cx="24970" cy="24970"/>
          </a:xfrm>
          <a:prstGeom prst="ellipse">
            <a:avLst/>
          </a:prstGeom>
          <a:solidFill>
            <a:srgbClr val="AABBCC">
              <a:alpha val="564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861593" y="35630"/>
            <a:ext cx="16631" cy="16631"/>
          </a:xfrm>
          <a:prstGeom prst="ellipse">
            <a:avLst/>
          </a:prstGeom>
          <a:solidFill>
            <a:srgbClr val="AABBCC">
              <a:alpha val="520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5944663" y="744959"/>
            <a:ext cx="26231" cy="26231"/>
          </a:xfrm>
          <a:prstGeom prst="ellipse">
            <a:avLst/>
          </a:prstGeom>
          <a:solidFill>
            <a:srgbClr val="FFFFFF">
              <a:alpha val="617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2731164" y="1680943"/>
            <a:ext cx="36298" cy="36298"/>
          </a:xfrm>
          <a:prstGeom prst="ellipse">
            <a:avLst/>
          </a:prstGeom>
          <a:solidFill>
            <a:srgbClr val="AABBCC">
              <a:alpha val="449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256264" y="63480"/>
            <a:ext cx="16113" cy="16113"/>
          </a:xfrm>
          <a:prstGeom prst="ellipse">
            <a:avLst/>
          </a:prstGeom>
          <a:solidFill>
            <a:srgbClr val="AABBCC">
              <a:alpha val="501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6327307" y="1776507"/>
            <a:ext cx="35904" cy="35904"/>
          </a:xfrm>
          <a:prstGeom prst="ellipse">
            <a:avLst/>
          </a:prstGeom>
          <a:solidFill>
            <a:srgbClr val="AABBCC">
              <a:alpha val="69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6558509" y="1162485"/>
            <a:ext cx="35973" cy="35973"/>
          </a:xfrm>
          <a:prstGeom prst="ellipse">
            <a:avLst/>
          </a:prstGeom>
          <a:solidFill>
            <a:srgbClr val="AABBCC">
              <a:alpha val="733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394933" y="1395991"/>
            <a:ext cx="23553" cy="23553"/>
          </a:xfrm>
          <a:prstGeom prst="ellipse">
            <a:avLst/>
          </a:prstGeom>
          <a:solidFill>
            <a:srgbClr val="FFFFFF">
              <a:alpha val="561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4902619" y="619596"/>
            <a:ext cx="26578" cy="26578"/>
          </a:xfrm>
          <a:prstGeom prst="ellipse">
            <a:avLst/>
          </a:prstGeom>
          <a:solidFill>
            <a:srgbClr val="AABBCC">
              <a:alpha val="542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3522335" y="569039"/>
            <a:ext cx="19411" cy="19411"/>
          </a:xfrm>
          <a:prstGeom prst="ellipse">
            <a:avLst/>
          </a:prstGeom>
          <a:solidFill>
            <a:srgbClr val="AABBCC">
              <a:alpha val="534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404687" y="2947"/>
            <a:ext cx="26254" cy="26254"/>
          </a:xfrm>
          <a:prstGeom prst="ellipse">
            <a:avLst/>
          </a:prstGeom>
          <a:solidFill>
            <a:srgbClr val="FFFFFF">
              <a:alpha val="405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569291" y="882022"/>
            <a:ext cx="18839" cy="18839"/>
          </a:xfrm>
          <a:prstGeom prst="ellipse">
            <a:avLst/>
          </a:prstGeom>
          <a:solidFill>
            <a:srgbClr val="AABBCC">
              <a:alpha val="546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491476" y="1139614"/>
            <a:ext cx="25301" cy="25301"/>
          </a:xfrm>
          <a:prstGeom prst="ellipse">
            <a:avLst/>
          </a:prstGeom>
          <a:solidFill>
            <a:srgbClr val="AABBCC">
              <a:alpha val="426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7661914" y="1332138"/>
            <a:ext cx="22194" cy="22194"/>
          </a:xfrm>
          <a:prstGeom prst="ellipse">
            <a:avLst/>
          </a:prstGeom>
          <a:solidFill>
            <a:srgbClr val="AABBCC">
              <a:alpha val="525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313253" y="1487220"/>
            <a:ext cx="19963" cy="19963"/>
          </a:xfrm>
          <a:prstGeom prst="ellipse">
            <a:avLst/>
          </a:prstGeom>
          <a:solidFill>
            <a:srgbClr val="AABBCC">
              <a:alpha val="7331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910949" y="542194"/>
            <a:ext cx="25775" cy="25775"/>
          </a:xfrm>
          <a:prstGeom prst="ellipse">
            <a:avLst/>
          </a:prstGeom>
          <a:solidFill>
            <a:srgbClr val="AABBCC">
              <a:alpha val="7403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5963279" y="1050422"/>
            <a:ext cx="33680" cy="33680"/>
          </a:xfrm>
          <a:prstGeom prst="ellipse">
            <a:avLst/>
          </a:prstGeom>
          <a:solidFill>
            <a:srgbClr val="FFFFFF">
              <a:alpha val="551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1615433" y="473892"/>
            <a:ext cx="28265" cy="28265"/>
          </a:xfrm>
          <a:prstGeom prst="ellipse">
            <a:avLst/>
          </a:prstGeom>
          <a:solidFill>
            <a:srgbClr val="AABBCC">
              <a:alpha val="5450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8171302" y="487921"/>
            <a:ext cx="31453" cy="31453"/>
          </a:xfrm>
          <a:prstGeom prst="ellipse">
            <a:avLst/>
          </a:prstGeom>
          <a:solidFill>
            <a:srgbClr val="AABBCC">
              <a:alpha val="4128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6310018" y="1190769"/>
            <a:ext cx="16650" cy="16650"/>
          </a:xfrm>
          <a:prstGeom prst="ellipse">
            <a:avLst/>
          </a:prstGeom>
          <a:solidFill>
            <a:srgbClr val="AABBCC">
              <a:alpha val="618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598087" y="1628375"/>
            <a:ext cx="26688" cy="26688"/>
          </a:xfrm>
          <a:prstGeom prst="ellipse">
            <a:avLst/>
          </a:prstGeom>
          <a:solidFill>
            <a:srgbClr val="AABBCC">
              <a:alpha val="4821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4732729" y="233447"/>
            <a:ext cx="26410" cy="26410"/>
          </a:xfrm>
          <a:prstGeom prst="ellipse">
            <a:avLst/>
          </a:prstGeom>
          <a:solidFill>
            <a:srgbClr val="AABBCC">
              <a:alpha val="510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652096" y="1335012"/>
            <a:ext cx="14866" cy="14866"/>
          </a:xfrm>
          <a:prstGeom prst="ellipse">
            <a:avLst/>
          </a:prstGeom>
          <a:solidFill>
            <a:srgbClr val="AABBCC">
              <a:alpha val="721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1549245" y="1076477"/>
            <a:ext cx="32586" cy="32586"/>
          </a:xfrm>
          <a:prstGeom prst="ellipse">
            <a:avLst/>
          </a:prstGeom>
          <a:solidFill>
            <a:srgbClr val="AABBCC">
              <a:alpha val="735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111684" y="1227153"/>
            <a:ext cx="33935" cy="33935"/>
          </a:xfrm>
          <a:prstGeom prst="ellipse">
            <a:avLst/>
          </a:prstGeom>
          <a:solidFill>
            <a:srgbClr val="FFFFFF">
              <a:alpha val="6982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5021301" y="105916"/>
            <a:ext cx="29832" cy="29832"/>
          </a:xfrm>
          <a:prstGeom prst="ellipse">
            <a:avLst/>
          </a:prstGeom>
          <a:solidFill>
            <a:srgbClr val="AABBCC">
              <a:alpha val="424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161314" y="1266582"/>
            <a:ext cx="22411" cy="22411"/>
          </a:xfrm>
          <a:prstGeom prst="ellipse">
            <a:avLst/>
          </a:prstGeom>
          <a:solidFill>
            <a:srgbClr val="AABBCC">
              <a:alpha val="659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7931031" y="970872"/>
            <a:ext cx="19942" cy="19942"/>
          </a:xfrm>
          <a:prstGeom prst="ellipse">
            <a:avLst/>
          </a:prstGeom>
          <a:solidFill>
            <a:srgbClr val="AABBCC">
              <a:alpha val="690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5681812" y="824222"/>
            <a:ext cx="33470" cy="33470"/>
          </a:xfrm>
          <a:prstGeom prst="ellipse">
            <a:avLst/>
          </a:prstGeom>
          <a:solidFill>
            <a:srgbClr val="AABBCC">
              <a:alpha val="7618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108647" y="31078"/>
            <a:ext cx="14981" cy="14981"/>
          </a:xfrm>
          <a:prstGeom prst="ellipse">
            <a:avLst/>
          </a:prstGeom>
          <a:solidFill>
            <a:srgbClr val="AABBCC">
              <a:alpha val="417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470339" y="1365183"/>
            <a:ext cx="34692" cy="34692"/>
          </a:xfrm>
          <a:prstGeom prst="ellipse">
            <a:avLst/>
          </a:prstGeom>
          <a:solidFill>
            <a:srgbClr val="FFFFFF">
              <a:alpha val="5019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4027063" y="529755"/>
            <a:ext cx="32998" cy="32998"/>
          </a:xfrm>
          <a:prstGeom prst="ellipse">
            <a:avLst/>
          </a:prstGeom>
          <a:solidFill>
            <a:srgbClr val="AABBCC">
              <a:alpha val="6311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2881682" y="1695054"/>
            <a:ext cx="14002" cy="14002"/>
          </a:xfrm>
          <a:prstGeom prst="ellipse">
            <a:avLst/>
          </a:prstGeom>
          <a:solidFill>
            <a:srgbClr val="AABBCC">
              <a:alpha val="6534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4810010" y="755150"/>
            <a:ext cx="20876" cy="20876"/>
          </a:xfrm>
          <a:prstGeom prst="ellipse">
            <a:avLst/>
          </a:prstGeom>
          <a:solidFill>
            <a:srgbClr val="AABBCC">
              <a:alpha val="763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2187519" y="327395"/>
            <a:ext cx="26989" cy="26989"/>
          </a:xfrm>
          <a:prstGeom prst="ellipse">
            <a:avLst/>
          </a:prstGeom>
          <a:solidFill>
            <a:srgbClr val="AABBCC">
              <a:alpha val="494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333535" y="1761698"/>
            <a:ext cx="19529" cy="19529"/>
          </a:xfrm>
          <a:prstGeom prst="ellipse">
            <a:avLst/>
          </a:prstGeom>
          <a:solidFill>
            <a:srgbClr val="AABBCC">
              <a:alpha val="528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2719256" y="411607"/>
            <a:ext cx="14419" cy="14419"/>
          </a:xfrm>
          <a:prstGeom prst="ellipse">
            <a:avLst/>
          </a:prstGeom>
          <a:solidFill>
            <a:srgbClr val="AABBCC">
              <a:alpha val="7845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6816362" y="242926"/>
            <a:ext cx="27684" cy="27684"/>
          </a:xfrm>
          <a:prstGeom prst="ellipse">
            <a:avLst/>
          </a:prstGeom>
          <a:solidFill>
            <a:srgbClr val="AABBCC">
              <a:alpha val="5616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3752230" y="1392311"/>
            <a:ext cx="21492" cy="21492"/>
          </a:xfrm>
          <a:prstGeom prst="ellipse">
            <a:avLst/>
          </a:prstGeom>
          <a:solidFill>
            <a:srgbClr val="AABBCC">
              <a:alpha val="4941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149284" y="681077"/>
            <a:ext cx="20742" cy="20742"/>
          </a:xfrm>
          <a:prstGeom prst="ellipse">
            <a:avLst/>
          </a:prstGeom>
          <a:solidFill>
            <a:srgbClr val="AABBCC">
              <a:alpha val="4306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5335118" y="564889"/>
            <a:ext cx="34769" cy="34769"/>
          </a:xfrm>
          <a:prstGeom prst="ellipse">
            <a:avLst/>
          </a:prstGeom>
          <a:solidFill>
            <a:srgbClr val="AABBCC">
              <a:alpha val="415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2570796" y="1728228"/>
            <a:ext cx="17405" cy="17405"/>
          </a:xfrm>
          <a:prstGeom prst="ellipse">
            <a:avLst/>
          </a:prstGeom>
          <a:solidFill>
            <a:srgbClr val="FFFFFF">
              <a:alpha val="402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7436637" y="1210027"/>
            <a:ext cx="36531" cy="36531"/>
          </a:xfrm>
          <a:prstGeom prst="ellipse">
            <a:avLst/>
          </a:prstGeom>
          <a:solidFill>
            <a:srgbClr val="AABBCC">
              <a:alpha val="4443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092629" y="282096"/>
            <a:ext cx="15585" cy="15585"/>
          </a:xfrm>
          <a:prstGeom prst="ellipse">
            <a:avLst/>
          </a:prstGeom>
          <a:solidFill>
            <a:srgbClr val="FFFFFF">
              <a:alpha val="478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757393" y="142350"/>
            <a:ext cx="30727" cy="30727"/>
          </a:xfrm>
          <a:prstGeom prst="ellipse">
            <a:avLst/>
          </a:prstGeom>
          <a:solidFill>
            <a:srgbClr val="AABBCC">
              <a:alpha val="628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2380122" y="400807"/>
            <a:ext cx="35932" cy="35932"/>
          </a:xfrm>
          <a:prstGeom prst="ellipse">
            <a:avLst/>
          </a:prstGeom>
          <a:solidFill>
            <a:srgbClr val="FFFFFF">
              <a:alpha val="4354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184162" y="1526043"/>
            <a:ext cx="33101" cy="33101"/>
          </a:xfrm>
          <a:prstGeom prst="ellipse">
            <a:avLst/>
          </a:prstGeom>
          <a:solidFill>
            <a:srgbClr val="AABBCC">
              <a:alpha val="569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9101419" y="282554"/>
            <a:ext cx="17584" cy="17584"/>
          </a:xfrm>
          <a:prstGeom prst="ellipse">
            <a:avLst/>
          </a:prstGeom>
          <a:solidFill>
            <a:srgbClr val="AABBCC">
              <a:alpha val="499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2312356" y="282552"/>
            <a:ext cx="31573" cy="31573"/>
          </a:xfrm>
          <a:prstGeom prst="ellipse">
            <a:avLst/>
          </a:prstGeom>
          <a:solidFill>
            <a:srgbClr val="AABBCC">
              <a:alpha val="59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7456475" y="805784"/>
            <a:ext cx="35198" cy="35198"/>
          </a:xfrm>
          <a:prstGeom prst="ellipse">
            <a:avLst/>
          </a:prstGeom>
          <a:solidFill>
            <a:srgbClr val="AABBCC">
              <a:alpha val="646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7650472" y="242200"/>
            <a:ext cx="18614" cy="18614"/>
          </a:xfrm>
          <a:prstGeom prst="ellipse">
            <a:avLst/>
          </a:prstGeom>
          <a:solidFill>
            <a:srgbClr val="AABBCC">
              <a:alpha val="723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313111" y="1623637"/>
            <a:ext cx="35518" cy="35518"/>
          </a:xfrm>
          <a:prstGeom prst="ellipse">
            <a:avLst/>
          </a:prstGeom>
          <a:solidFill>
            <a:srgbClr val="AABBCC">
              <a:alpha val="5343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8546691" y="1502764"/>
            <a:ext cx="20613" cy="20613"/>
          </a:xfrm>
          <a:prstGeom prst="ellipse">
            <a:avLst/>
          </a:prstGeom>
          <a:solidFill>
            <a:srgbClr val="AABBCC">
              <a:alpha val="41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935402" y="96456"/>
            <a:ext cx="29185" cy="29185"/>
          </a:xfrm>
          <a:prstGeom prst="ellipse">
            <a:avLst/>
          </a:prstGeom>
          <a:solidFill>
            <a:srgbClr val="AABBCC">
              <a:alpha val="511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4125034" y="1227704"/>
            <a:ext cx="27663" cy="27663"/>
          </a:xfrm>
          <a:prstGeom prst="ellipse">
            <a:avLst/>
          </a:prstGeom>
          <a:solidFill>
            <a:srgbClr val="AABBCC">
              <a:alpha val="625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418856" y="332876"/>
            <a:ext cx="33774" cy="33774"/>
          </a:xfrm>
          <a:prstGeom prst="ellipse">
            <a:avLst/>
          </a:prstGeom>
          <a:solidFill>
            <a:srgbClr val="AABBCC">
              <a:alpha val="423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788787" y="1352323"/>
            <a:ext cx="24836" cy="24836"/>
          </a:xfrm>
          <a:prstGeom prst="ellipse">
            <a:avLst/>
          </a:prstGeom>
          <a:solidFill>
            <a:srgbClr val="AABBCC">
              <a:alpha val="4252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951157" y="974919"/>
            <a:ext cx="31555" cy="31555"/>
          </a:xfrm>
          <a:prstGeom prst="ellipse">
            <a:avLst/>
          </a:prstGeom>
          <a:solidFill>
            <a:srgbClr val="AABBCC">
              <a:alpha val="6085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2686507" y="1139980"/>
            <a:ext cx="31370" cy="31370"/>
          </a:xfrm>
          <a:prstGeom prst="ellipse">
            <a:avLst/>
          </a:prstGeom>
          <a:solidFill>
            <a:srgbClr val="AABBCC">
              <a:alpha val="740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5921504" y="1562667"/>
            <a:ext cx="21784" cy="21784"/>
          </a:xfrm>
          <a:prstGeom prst="ellipse">
            <a:avLst/>
          </a:prstGeom>
          <a:solidFill>
            <a:srgbClr val="FFFFFF">
              <a:alpha val="5461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4968047" y="435063"/>
            <a:ext cx="28991" cy="28991"/>
          </a:xfrm>
          <a:prstGeom prst="ellipse">
            <a:avLst/>
          </a:prstGeom>
          <a:solidFill>
            <a:srgbClr val="FFFFFF">
              <a:alpha val="7488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1644312" y="1017692"/>
            <a:ext cx="35085" cy="35085"/>
          </a:xfrm>
          <a:prstGeom prst="ellipse">
            <a:avLst/>
          </a:prstGeom>
          <a:solidFill>
            <a:srgbClr val="AABBCC">
              <a:alpha val="792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2834317" y="1644388"/>
            <a:ext cx="28457" cy="28457"/>
          </a:xfrm>
          <a:prstGeom prst="ellipse">
            <a:avLst/>
          </a:prstGeom>
          <a:solidFill>
            <a:srgbClr val="AABBCC">
              <a:alpha val="456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8364845" y="1259523"/>
            <a:ext cx="15109" cy="15109"/>
          </a:xfrm>
          <a:prstGeom prst="ellipse">
            <a:avLst/>
          </a:prstGeom>
          <a:solidFill>
            <a:srgbClr val="AABBCC">
              <a:alpha val="5950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1577385" y="1223403"/>
            <a:ext cx="19692" cy="19692"/>
          </a:xfrm>
          <a:prstGeom prst="ellipse">
            <a:avLst/>
          </a:prstGeom>
          <a:solidFill>
            <a:srgbClr val="AABBCC">
              <a:alpha val="726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24597" y="-3614"/>
            <a:ext cx="26986" cy="26986"/>
          </a:xfrm>
          <a:prstGeom prst="ellipse">
            <a:avLst/>
          </a:prstGeom>
          <a:solidFill>
            <a:srgbClr val="AABBCC">
              <a:alpha val="723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1281745" y="1230146"/>
            <a:ext cx="19745" cy="19745"/>
          </a:xfrm>
          <a:prstGeom prst="ellipse">
            <a:avLst/>
          </a:prstGeom>
          <a:solidFill>
            <a:srgbClr val="AABBCC">
              <a:alpha val="7437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8692295" y="1085506"/>
            <a:ext cx="20968" cy="20968"/>
          </a:xfrm>
          <a:prstGeom prst="ellipse">
            <a:avLst/>
          </a:prstGeom>
          <a:solidFill>
            <a:srgbClr val="AABBCC">
              <a:alpha val="4376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3175593" y="1209449"/>
            <a:ext cx="27416" cy="27416"/>
          </a:xfrm>
          <a:prstGeom prst="ellipse">
            <a:avLst/>
          </a:prstGeom>
          <a:solidFill>
            <a:srgbClr val="AABBCC">
              <a:alpha val="606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3819711" y="1250984"/>
            <a:ext cx="31741" cy="31741"/>
          </a:xfrm>
          <a:prstGeom prst="ellipse">
            <a:avLst/>
          </a:prstGeom>
          <a:solidFill>
            <a:srgbClr val="AABBCC">
              <a:alpha val="569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4185226" y="1218306"/>
            <a:ext cx="29748" cy="29748"/>
          </a:xfrm>
          <a:prstGeom prst="ellipse">
            <a:avLst/>
          </a:prstGeom>
          <a:solidFill>
            <a:srgbClr val="FFFFFF">
              <a:alpha val="710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872431" y="127457"/>
            <a:ext cx="14171" cy="14171"/>
          </a:xfrm>
          <a:prstGeom prst="ellipse">
            <a:avLst/>
          </a:prstGeom>
          <a:solidFill>
            <a:srgbClr val="AABBCC">
              <a:alpha val="7080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523270" y="704796"/>
            <a:ext cx="16978" cy="16978"/>
          </a:xfrm>
          <a:prstGeom prst="ellipse">
            <a:avLst/>
          </a:prstGeom>
          <a:solidFill>
            <a:srgbClr val="AABBCC">
              <a:alpha val="7272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1269365" y="945639"/>
            <a:ext cx="18933" cy="18933"/>
          </a:xfrm>
          <a:prstGeom prst="ellipse">
            <a:avLst/>
          </a:prstGeom>
          <a:solidFill>
            <a:srgbClr val="AABBCC">
              <a:alpha val="745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2614903" y="1529775"/>
            <a:ext cx="27474" cy="27474"/>
          </a:xfrm>
          <a:prstGeom prst="ellipse">
            <a:avLst/>
          </a:prstGeom>
          <a:solidFill>
            <a:srgbClr val="AABBCC">
              <a:alpha val="7504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186180" y="269937"/>
            <a:ext cx="22805" cy="22805"/>
          </a:xfrm>
          <a:prstGeom prst="ellipse">
            <a:avLst/>
          </a:prstGeom>
          <a:solidFill>
            <a:srgbClr val="AABBCC">
              <a:alpha val="5989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3352898" y="353483"/>
            <a:ext cx="27399" cy="27399"/>
          </a:xfrm>
          <a:prstGeom prst="ellipse">
            <a:avLst/>
          </a:prstGeom>
          <a:solidFill>
            <a:srgbClr val="AABBCC">
              <a:alpha val="7095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516022" y="689815"/>
            <a:ext cx="17961" cy="17961"/>
          </a:xfrm>
          <a:prstGeom prst="ellipse">
            <a:avLst/>
          </a:prstGeom>
          <a:solidFill>
            <a:srgbClr val="AABBCC">
              <a:alpha val="648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2705678" y="1244576"/>
            <a:ext cx="32396" cy="32396"/>
          </a:xfrm>
          <a:prstGeom prst="ellipse">
            <a:avLst/>
          </a:prstGeom>
          <a:solidFill>
            <a:srgbClr val="AABBCC">
              <a:alpha val="6341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2198954" y="1449735"/>
            <a:ext cx="25710" cy="25710"/>
          </a:xfrm>
          <a:prstGeom prst="ellipse">
            <a:avLst/>
          </a:prstGeom>
          <a:solidFill>
            <a:srgbClr val="AABBCC">
              <a:alpha val="6491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5409078" y="1388596"/>
            <a:ext cx="23496" cy="23496"/>
          </a:xfrm>
          <a:prstGeom prst="ellipse">
            <a:avLst/>
          </a:prstGeom>
          <a:solidFill>
            <a:srgbClr val="AABBCC">
              <a:alpha val="464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4395500" y="495172"/>
            <a:ext cx="25616" cy="25616"/>
          </a:xfrm>
          <a:prstGeom prst="ellipse">
            <a:avLst/>
          </a:prstGeom>
          <a:solidFill>
            <a:srgbClr val="FFFFFF">
              <a:alpha val="5972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6992671" y="1763695"/>
            <a:ext cx="19815" cy="19815"/>
          </a:xfrm>
          <a:prstGeom prst="ellipse">
            <a:avLst/>
          </a:prstGeom>
          <a:solidFill>
            <a:srgbClr val="AABBCC">
              <a:alpha val="476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8265188" y="340713"/>
            <a:ext cx="14804" cy="14804"/>
          </a:xfrm>
          <a:prstGeom prst="ellipse">
            <a:avLst/>
          </a:prstGeom>
          <a:solidFill>
            <a:srgbClr val="FFFFFF">
              <a:alpha val="5968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058839" y="446335"/>
            <a:ext cx="15626" cy="15626"/>
          </a:xfrm>
          <a:prstGeom prst="ellipse">
            <a:avLst/>
          </a:prstGeom>
          <a:solidFill>
            <a:srgbClr val="AABBCC">
              <a:alpha val="6348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3623210" y="772450"/>
            <a:ext cx="15328" cy="15328"/>
          </a:xfrm>
          <a:prstGeom prst="ellipse">
            <a:avLst/>
          </a:prstGeom>
          <a:solidFill>
            <a:srgbClr val="FFFFFF">
              <a:alpha val="412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488942" y="1739614"/>
            <a:ext cx="21081" cy="21081"/>
          </a:xfrm>
          <a:prstGeom prst="ellipse">
            <a:avLst/>
          </a:prstGeom>
          <a:solidFill>
            <a:srgbClr val="AABBCC">
              <a:alpha val="6039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2035150" y="1122000"/>
            <a:ext cx="33741" cy="33741"/>
          </a:xfrm>
          <a:prstGeom prst="ellipse">
            <a:avLst/>
          </a:prstGeom>
          <a:solidFill>
            <a:srgbClr val="FFFFFF">
              <a:alpha val="5869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5339308" y="260044"/>
            <a:ext cx="94254" cy="9425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5362872" y="283607"/>
            <a:ext cx="47127" cy="47127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5355807" y="1148638"/>
            <a:ext cx="93675" cy="93675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5379226" y="1172057"/>
            <a:ext cx="46838" cy="46838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238880" y="690270"/>
            <a:ext cx="103101" cy="103101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264656" y="716045"/>
            <a:ext cx="51551" cy="5155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2801750" y="853164"/>
            <a:ext cx="100816" cy="1008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2826954" y="878368"/>
            <a:ext cx="50408" cy="50408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3712823" y="211105"/>
            <a:ext cx="114280" cy="11428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3741393" y="239675"/>
            <a:ext cx="57140" cy="571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897379" y="211220"/>
            <a:ext cx="104792" cy="10479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923577" y="237418"/>
            <a:ext cx="52396" cy="523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786209" y="820553"/>
            <a:ext cx="104961" cy="104961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4812449" y="846793"/>
            <a:ext cx="52480" cy="52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6201844" y="1206131"/>
            <a:ext cx="88272" cy="8827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6223912" y="1228199"/>
            <a:ext cx="44136" cy="4413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3657600" y="1303020"/>
            <a:ext cx="4572000" cy="2743200"/>
          </a:xfrm>
          <a:prstGeom prst="ellipse">
            <a:avLst/>
          </a:prstGeom>
          <a:solidFill>
            <a:srgbClr val="C85A3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4572000" y="1943100"/>
            <a:ext cx="2743200" cy="1463040"/>
          </a:xfrm>
          <a:prstGeom prst="ellipse">
            <a:avLst/>
          </a:prstGeom>
          <a:solidFill>
            <a:srgbClr val="E8A44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5394960" y="2354580"/>
            <a:ext cx="1097280" cy="640080"/>
          </a:xfrm>
          <a:prstGeom prst="ellipse">
            <a:avLst/>
          </a:prstGeom>
          <a:solidFill>
            <a:srgbClr val="FFF4E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914400" y="2582936"/>
            <a:ext cx="50292" cy="265200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960120" y="2578703"/>
            <a:ext cx="50292" cy="265623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1005840" y="2558326"/>
            <a:ext cx="50292" cy="267661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1051560" y="2521830"/>
            <a:ext cx="50292" cy="271311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1097280" y="2505635"/>
            <a:ext cx="50292" cy="272930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1143000" y="2479680"/>
            <a:ext cx="50292" cy="27552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1188720" y="2438245"/>
            <a:ext cx="50292" cy="27966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1234440" y="2426293"/>
            <a:ext cx="50292" cy="28086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280160" y="2436729"/>
            <a:ext cx="50292" cy="27982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325880" y="2453647"/>
            <a:ext cx="50292" cy="278129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371600" y="2440434"/>
            <a:ext cx="50292" cy="27945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417320" y="2403797"/>
            <a:ext cx="50292" cy="283114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463040" y="2384703"/>
            <a:ext cx="50292" cy="285023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508760" y="2388283"/>
            <a:ext cx="50292" cy="28466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554480" y="2395451"/>
            <a:ext cx="50292" cy="2839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600200" y="2390758"/>
            <a:ext cx="50292" cy="284418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645920" y="2376134"/>
            <a:ext cx="50292" cy="28588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691640" y="2361376"/>
            <a:ext cx="50292" cy="287356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1737360" y="2362113"/>
            <a:ext cx="50292" cy="28728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1783080" y="2357364"/>
            <a:ext cx="50292" cy="287757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1828800" y="2337356"/>
            <a:ext cx="50292" cy="28975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1874520" y="2330382"/>
            <a:ext cx="50292" cy="29045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1920240" y="2325099"/>
            <a:ext cx="50292" cy="29098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1965960" y="2302260"/>
            <a:ext cx="50292" cy="293268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011680" y="2260422"/>
            <a:ext cx="50292" cy="29745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057400" y="2222093"/>
            <a:ext cx="50292" cy="30128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103120" y="2201842"/>
            <a:ext cx="50292" cy="30330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148840" y="2199668"/>
            <a:ext cx="50292" cy="30352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2194560" y="2219594"/>
            <a:ext cx="50292" cy="30153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2240280" y="2247324"/>
            <a:ext cx="50292" cy="298761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2286000" y="2251297"/>
            <a:ext cx="50292" cy="298364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2331720" y="2237288"/>
            <a:ext cx="50292" cy="299765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2377440" y="2227566"/>
            <a:ext cx="50292" cy="30073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2423160" y="2213265"/>
            <a:ext cx="50292" cy="302167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2468880" y="2214299"/>
            <a:ext cx="50292" cy="30206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2514600" y="2239387"/>
            <a:ext cx="50292" cy="29955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2560320" y="2265226"/>
            <a:ext cx="50292" cy="296971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2606040" y="2267380"/>
            <a:ext cx="50292" cy="29675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2651760" y="2226502"/>
            <a:ext cx="50292" cy="300843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2697480" y="2183595"/>
            <a:ext cx="50292" cy="30513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2743200" y="2181710"/>
            <a:ext cx="50292" cy="30532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2788920" y="2209692"/>
            <a:ext cx="50292" cy="30252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2834640" y="2237468"/>
            <a:ext cx="50292" cy="29974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2880360" y="2253212"/>
            <a:ext cx="50292" cy="298172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2926080" y="2258485"/>
            <a:ext cx="50292" cy="297645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2971800" y="2248411"/>
            <a:ext cx="50292" cy="298652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3017520" y="2209800"/>
            <a:ext cx="50292" cy="302514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3063240" y="2171451"/>
            <a:ext cx="50292" cy="3063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3108960" y="2186366"/>
            <a:ext cx="50292" cy="30485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3154680" y="2220644"/>
            <a:ext cx="50292" cy="30142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3200400" y="2247251"/>
            <a:ext cx="50292" cy="29876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3246120" y="2280451"/>
            <a:ext cx="50292" cy="295448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3291840" y="2320293"/>
            <a:ext cx="50292" cy="29146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3337560" y="2365576"/>
            <a:ext cx="50292" cy="286936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3383280" y="2401247"/>
            <a:ext cx="50292" cy="283369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3429000" y="2403717"/>
            <a:ext cx="50292" cy="283122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3474720" y="2375577"/>
            <a:ext cx="50292" cy="285936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3520440" y="2346579"/>
            <a:ext cx="50292" cy="288836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3566160" y="2329787"/>
            <a:ext cx="50292" cy="29051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3611880" y="2317471"/>
            <a:ext cx="50292" cy="29174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3657600" y="2317481"/>
            <a:ext cx="50292" cy="29174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3703320" y="2323175"/>
            <a:ext cx="50292" cy="291176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3749040" y="2330611"/>
            <a:ext cx="50292" cy="290432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3794760" y="2353298"/>
            <a:ext cx="50292" cy="28816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3840480" y="2373992"/>
            <a:ext cx="50292" cy="28609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3886200" y="2369736"/>
            <a:ext cx="50292" cy="286520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3931920" y="2341291"/>
            <a:ext cx="50292" cy="289364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3977640" y="2300177"/>
            <a:ext cx="50292" cy="293476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4023360" y="2258898"/>
            <a:ext cx="50292" cy="29760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4069080" y="2245888"/>
            <a:ext cx="50292" cy="298905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4114800" y="2250662"/>
            <a:ext cx="50292" cy="298427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4160520" y="2242805"/>
            <a:ext cx="50292" cy="29921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4206240" y="2241271"/>
            <a:ext cx="50292" cy="29936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4251960" y="2270593"/>
            <a:ext cx="50292" cy="29643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4297680" y="2302383"/>
            <a:ext cx="50292" cy="29325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4343400" y="2330596"/>
            <a:ext cx="50292" cy="29043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4389120" y="2348209"/>
            <a:ext cx="50292" cy="288673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4434840" y="2351415"/>
            <a:ext cx="50292" cy="288352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4480560" y="2369894"/>
            <a:ext cx="50292" cy="28650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4526280" y="2374299"/>
            <a:ext cx="50292" cy="28606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4572000" y="2367173"/>
            <a:ext cx="50292" cy="286776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4617720" y="2366313"/>
            <a:ext cx="50292" cy="28686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4663440" y="2365838"/>
            <a:ext cx="50292" cy="28691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4709160" y="2358716"/>
            <a:ext cx="50292" cy="28762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4754880" y="2332608"/>
            <a:ext cx="50292" cy="290233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4800600" y="2309637"/>
            <a:ext cx="50292" cy="29253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4846320" y="2308245"/>
            <a:ext cx="50292" cy="29266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4892040" y="2307534"/>
            <a:ext cx="50292" cy="292740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4937760" y="2294670"/>
            <a:ext cx="50292" cy="294027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4983480" y="2273952"/>
            <a:ext cx="50292" cy="296098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5029200" y="2254995"/>
            <a:ext cx="50292" cy="29799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5074920" y="2242983"/>
            <a:ext cx="50292" cy="299195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5120640" y="2234329"/>
            <a:ext cx="50292" cy="30006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5166360" y="2232229"/>
            <a:ext cx="50292" cy="300271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5212080" y="2247384"/>
            <a:ext cx="50292" cy="298755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5257800" y="2247844"/>
            <a:ext cx="50292" cy="29870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5303520" y="2216004"/>
            <a:ext cx="50292" cy="301893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5349240" y="2196642"/>
            <a:ext cx="50292" cy="30382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5394960" y="2208548"/>
            <a:ext cx="50292" cy="302639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5440680" y="2233974"/>
            <a:ext cx="50292" cy="300096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5486400" y="2260318"/>
            <a:ext cx="50292" cy="29746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5532120" y="2296430"/>
            <a:ext cx="50292" cy="293851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5577840" y="2341871"/>
            <a:ext cx="50292" cy="28930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5623560" y="2394717"/>
            <a:ext cx="50292" cy="284022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5669280" y="2438618"/>
            <a:ext cx="50292" cy="27963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5715000" y="2443656"/>
            <a:ext cx="50292" cy="27912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5760720" y="2402267"/>
            <a:ext cx="50292" cy="283267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5806440" y="2357405"/>
            <a:ext cx="50292" cy="28775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5852160" y="2344578"/>
            <a:ext cx="50292" cy="289036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5897880" y="2348760"/>
            <a:ext cx="50292" cy="288618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5943600" y="2332733"/>
            <a:ext cx="50292" cy="290220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5989320" y="2306305"/>
            <a:ext cx="50292" cy="292863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6035040" y="2283296"/>
            <a:ext cx="50292" cy="29516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6080760" y="2240025"/>
            <a:ext cx="50292" cy="299491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6126480" y="2210340"/>
            <a:ext cx="50292" cy="30246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6172200" y="2185719"/>
            <a:ext cx="50292" cy="304922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6217920" y="2161653"/>
            <a:ext cx="50292" cy="307328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6263640" y="2174395"/>
            <a:ext cx="50292" cy="306054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6309360" y="2214589"/>
            <a:ext cx="50292" cy="30203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6355080" y="2242738"/>
            <a:ext cx="50292" cy="29922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6400800" y="2230964"/>
            <a:ext cx="50292" cy="300397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6446520" y="2211940"/>
            <a:ext cx="50292" cy="30230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6492240" y="2209519"/>
            <a:ext cx="50292" cy="302542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6537960" y="2213344"/>
            <a:ext cx="50292" cy="302159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6583680" y="2228689"/>
            <a:ext cx="50292" cy="30062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6629400" y="2249582"/>
            <a:ext cx="50292" cy="29853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6675120" y="2271569"/>
            <a:ext cx="50292" cy="296337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6720840" y="2300710"/>
            <a:ext cx="50292" cy="29342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6766560" y="2321565"/>
            <a:ext cx="50292" cy="291337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6812280" y="2321474"/>
            <a:ext cx="50292" cy="291346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6858000" y="2331396"/>
            <a:ext cx="50292" cy="290354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6903720" y="2352101"/>
            <a:ext cx="50292" cy="28828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6949440" y="2350243"/>
            <a:ext cx="50292" cy="28846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6995160" y="2345766"/>
            <a:ext cx="50292" cy="288917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7040880" y="2351380"/>
            <a:ext cx="50292" cy="288356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7086600" y="2334470"/>
            <a:ext cx="50292" cy="290047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7132320" y="2285543"/>
            <a:ext cx="50292" cy="29493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7178040" y="2243187"/>
            <a:ext cx="50292" cy="29917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7223760" y="2228843"/>
            <a:ext cx="50292" cy="300609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7269480" y="2237116"/>
            <a:ext cx="50292" cy="29978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7315200" y="2235484"/>
            <a:ext cx="50292" cy="299945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7360920" y="2214914"/>
            <a:ext cx="50292" cy="302002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7406640" y="2193181"/>
            <a:ext cx="50292" cy="30417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7452360" y="2162068"/>
            <a:ext cx="50292" cy="307287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7498080" y="2131756"/>
            <a:ext cx="50292" cy="310318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7543800" y="2107416"/>
            <a:ext cx="50292" cy="312752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7589520" y="2090645"/>
            <a:ext cx="50292" cy="3144295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7635240" y="2094937"/>
            <a:ext cx="50292" cy="31400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7680960" y="2116231"/>
            <a:ext cx="50292" cy="311870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7726680" y="2121989"/>
            <a:ext cx="50292" cy="31129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7772400" y="2084687"/>
            <a:ext cx="50292" cy="315025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7818120" y="2022041"/>
            <a:ext cx="50292" cy="321289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7863840" y="1964910"/>
            <a:ext cx="50292" cy="327003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7909560" y="1924740"/>
            <a:ext cx="50292" cy="331020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7955280" y="1895320"/>
            <a:ext cx="50292" cy="3339620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8001000" y="1881142"/>
            <a:ext cx="50292" cy="335379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8046720" y="1877771"/>
            <a:ext cx="50292" cy="335716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8092440" y="1887601"/>
            <a:ext cx="50292" cy="33473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8138160" y="1934713"/>
            <a:ext cx="50292" cy="330022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8183880" y="2006649"/>
            <a:ext cx="50292" cy="322829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229600" y="2054137"/>
            <a:ext cx="50292" cy="3180803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275320" y="2076581"/>
            <a:ext cx="50292" cy="315835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8321040" y="2092322"/>
            <a:ext cx="50292" cy="31426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8366760" y="2090522"/>
            <a:ext cx="50292" cy="314441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8412480" y="2081569"/>
            <a:ext cx="50292" cy="315337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458200" y="2088592"/>
            <a:ext cx="50292" cy="314634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503920" y="2094518"/>
            <a:ext cx="50292" cy="314042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549640" y="2084694"/>
            <a:ext cx="50292" cy="3150246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595360" y="2069749"/>
            <a:ext cx="50292" cy="316519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641080" y="2049301"/>
            <a:ext cx="50292" cy="3185639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686800" y="2051423"/>
            <a:ext cx="50292" cy="318351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732520" y="2078062"/>
            <a:ext cx="50292" cy="315687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8778240" y="2084789"/>
            <a:ext cx="50292" cy="315015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8823960" y="2056046"/>
            <a:ext cx="50292" cy="3178894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8869680" y="2024398"/>
            <a:ext cx="50292" cy="321054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8915400" y="2010782"/>
            <a:ext cx="50292" cy="3224158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8961120" y="2009438"/>
            <a:ext cx="50292" cy="322550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006840" y="2023748"/>
            <a:ext cx="50292" cy="3211192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9052560" y="2054493"/>
            <a:ext cx="50292" cy="3180447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9098280" y="2085599"/>
            <a:ext cx="50292" cy="3149341"/>
          </a:xfrm>
          <a:prstGeom prst="rect">
            <a:avLst/>
          </a:prstGeom>
          <a:solidFill>
            <a:srgbClr val="2D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0" y="2556233"/>
            <a:ext cx="50292" cy="267870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45720" y="2518271"/>
            <a:ext cx="50292" cy="27166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91440" y="2499757"/>
            <a:ext cx="50292" cy="273518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137160" y="2516466"/>
            <a:ext cx="50292" cy="271847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82880" y="2544198"/>
            <a:ext cx="50292" cy="269074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228600" y="2548215"/>
            <a:ext cx="50292" cy="26867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274320" y="2527984"/>
            <a:ext cx="50292" cy="270695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320040" y="2514401"/>
            <a:ext cx="50292" cy="27205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365760" y="2530917"/>
            <a:ext cx="50292" cy="27040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411480" y="2532754"/>
            <a:ext cx="50292" cy="27021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457200" y="2508938"/>
            <a:ext cx="50292" cy="27260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502920" y="2510361"/>
            <a:ext cx="50292" cy="272457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548640" y="2520094"/>
            <a:ext cx="50292" cy="27148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594360" y="2504619"/>
            <a:ext cx="50292" cy="27303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640080" y="2468468"/>
            <a:ext cx="50292" cy="276647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685800" y="2450088"/>
            <a:ext cx="50292" cy="27848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731520" y="2449553"/>
            <a:ext cx="50292" cy="27853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777240" y="2452404"/>
            <a:ext cx="50292" cy="278253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822960" y="2483817"/>
            <a:ext cx="50292" cy="27511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868680" y="2544053"/>
            <a:ext cx="50292" cy="26908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914400" y="2585399"/>
            <a:ext cx="50292" cy="26495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960120" y="2600968"/>
            <a:ext cx="50292" cy="263397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1005840" y="2610696"/>
            <a:ext cx="50292" cy="26242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1051560" y="2595410"/>
            <a:ext cx="50292" cy="263953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1097280" y="2584867"/>
            <a:ext cx="50292" cy="26500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1143000" y="2599543"/>
            <a:ext cx="50292" cy="26353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1188720" y="2616416"/>
            <a:ext cx="50292" cy="26185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1234440" y="2602014"/>
            <a:ext cx="50292" cy="26329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1280160" y="2527859"/>
            <a:ext cx="50292" cy="270708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1325880" y="2460626"/>
            <a:ext cx="50292" cy="27743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3" name="Shape 481"/>
          <p:cNvSpPr/>
          <p:nvPr/>
        </p:nvSpPr>
        <p:spPr>
          <a:xfrm>
            <a:off x="1371600" y="2457999"/>
            <a:ext cx="50292" cy="27769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4" name="Shape 482"/>
          <p:cNvSpPr/>
          <p:nvPr/>
        </p:nvSpPr>
        <p:spPr>
          <a:xfrm>
            <a:off x="1417320" y="2496280"/>
            <a:ext cx="50292" cy="2738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5" name="Shape 483"/>
          <p:cNvSpPr/>
          <p:nvPr/>
        </p:nvSpPr>
        <p:spPr>
          <a:xfrm>
            <a:off x="1463040" y="2534923"/>
            <a:ext cx="50292" cy="270001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6" name="Shape 484"/>
          <p:cNvSpPr/>
          <p:nvPr/>
        </p:nvSpPr>
        <p:spPr>
          <a:xfrm>
            <a:off x="1508760" y="2560496"/>
            <a:ext cx="50292" cy="26744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7" name="Shape 485"/>
          <p:cNvSpPr/>
          <p:nvPr/>
        </p:nvSpPr>
        <p:spPr>
          <a:xfrm>
            <a:off x="1554480" y="2571834"/>
            <a:ext cx="50292" cy="266310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1600200" y="2552701"/>
            <a:ext cx="50292" cy="26822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1645920" y="2493938"/>
            <a:ext cx="50292" cy="27410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1691640" y="2451201"/>
            <a:ext cx="50292" cy="27837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1737360" y="2484562"/>
            <a:ext cx="50292" cy="275037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1783080" y="2521860"/>
            <a:ext cx="50292" cy="271308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1828800" y="2525181"/>
            <a:ext cx="50292" cy="27097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1874520" y="2531312"/>
            <a:ext cx="50292" cy="270362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1920240" y="2551470"/>
            <a:ext cx="50292" cy="268347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1965960" y="2592777"/>
            <a:ext cx="50292" cy="26421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2011680" y="2647746"/>
            <a:ext cx="50292" cy="25871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2057400" y="2684439"/>
            <a:ext cx="50292" cy="255050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2103120" y="2687482"/>
            <a:ext cx="50292" cy="25474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2148840" y="2687746"/>
            <a:ext cx="50292" cy="25471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2194560" y="2701869"/>
            <a:ext cx="50292" cy="25330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2240280" y="2709687"/>
            <a:ext cx="50292" cy="25252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2286000" y="2718121"/>
            <a:ext cx="50292" cy="251681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2331720" y="2720958"/>
            <a:ext cx="50292" cy="251398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2377440" y="2714414"/>
            <a:ext cx="50292" cy="25205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2423160" y="2717628"/>
            <a:ext cx="50292" cy="251731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2468880" y="2707482"/>
            <a:ext cx="50292" cy="25274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2514600" y="2669166"/>
            <a:ext cx="50292" cy="256577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2560320" y="2617843"/>
            <a:ext cx="50292" cy="26170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2606040" y="2556287"/>
            <a:ext cx="50292" cy="26786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2651760" y="2489329"/>
            <a:ext cx="50292" cy="27456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2697480" y="2461016"/>
            <a:ext cx="50292" cy="27739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2743200" y="2463876"/>
            <a:ext cx="50292" cy="277106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4" name="Shape 512"/>
          <p:cNvSpPr/>
          <p:nvPr/>
        </p:nvSpPr>
        <p:spPr>
          <a:xfrm>
            <a:off x="2788920" y="2458255"/>
            <a:ext cx="50292" cy="27766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5" name="Shape 513"/>
          <p:cNvSpPr/>
          <p:nvPr/>
        </p:nvSpPr>
        <p:spPr>
          <a:xfrm>
            <a:off x="2834640" y="2468249"/>
            <a:ext cx="50292" cy="27666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6" name="Shape 514"/>
          <p:cNvSpPr/>
          <p:nvPr/>
        </p:nvSpPr>
        <p:spPr>
          <a:xfrm>
            <a:off x="2880360" y="2518296"/>
            <a:ext cx="50292" cy="271664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7" name="Shape 515"/>
          <p:cNvSpPr/>
          <p:nvPr/>
        </p:nvSpPr>
        <p:spPr>
          <a:xfrm>
            <a:off x="2926080" y="2551809"/>
            <a:ext cx="50292" cy="268313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8" name="Shape 516"/>
          <p:cNvSpPr/>
          <p:nvPr/>
        </p:nvSpPr>
        <p:spPr>
          <a:xfrm>
            <a:off x="2971800" y="2559675"/>
            <a:ext cx="50292" cy="267526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9" name="Shape 517"/>
          <p:cNvSpPr/>
          <p:nvPr/>
        </p:nvSpPr>
        <p:spPr>
          <a:xfrm>
            <a:off x="3017520" y="2549949"/>
            <a:ext cx="50292" cy="26849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0" name="Shape 518"/>
          <p:cNvSpPr/>
          <p:nvPr/>
        </p:nvSpPr>
        <p:spPr>
          <a:xfrm>
            <a:off x="3063240" y="2528388"/>
            <a:ext cx="50292" cy="27065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1" name="Shape 519"/>
          <p:cNvSpPr/>
          <p:nvPr/>
        </p:nvSpPr>
        <p:spPr>
          <a:xfrm>
            <a:off x="3108960" y="2540715"/>
            <a:ext cx="50292" cy="26942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2" name="Shape 520"/>
          <p:cNvSpPr/>
          <p:nvPr/>
        </p:nvSpPr>
        <p:spPr>
          <a:xfrm>
            <a:off x="3154680" y="2550274"/>
            <a:ext cx="50292" cy="268466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3" name="Shape 521"/>
          <p:cNvSpPr/>
          <p:nvPr/>
        </p:nvSpPr>
        <p:spPr>
          <a:xfrm>
            <a:off x="3200400" y="2565030"/>
            <a:ext cx="50292" cy="26699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4" name="Shape 522"/>
          <p:cNvSpPr/>
          <p:nvPr/>
        </p:nvSpPr>
        <p:spPr>
          <a:xfrm>
            <a:off x="3246120" y="2601906"/>
            <a:ext cx="50292" cy="263303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5" name="Shape 523"/>
          <p:cNvSpPr/>
          <p:nvPr/>
        </p:nvSpPr>
        <p:spPr>
          <a:xfrm>
            <a:off x="3291840" y="2638034"/>
            <a:ext cx="50292" cy="259690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6" name="Shape 524"/>
          <p:cNvSpPr/>
          <p:nvPr/>
        </p:nvSpPr>
        <p:spPr>
          <a:xfrm>
            <a:off x="3337560" y="2659918"/>
            <a:ext cx="50292" cy="257502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7" name="Shape 525"/>
          <p:cNvSpPr/>
          <p:nvPr/>
        </p:nvSpPr>
        <p:spPr>
          <a:xfrm>
            <a:off x="3383280" y="2655944"/>
            <a:ext cx="50292" cy="257899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8" name="Shape 526"/>
          <p:cNvSpPr/>
          <p:nvPr/>
        </p:nvSpPr>
        <p:spPr>
          <a:xfrm>
            <a:off x="3429000" y="2653009"/>
            <a:ext cx="50292" cy="258193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9" name="Shape 527"/>
          <p:cNvSpPr/>
          <p:nvPr/>
        </p:nvSpPr>
        <p:spPr>
          <a:xfrm>
            <a:off x="3474720" y="2662203"/>
            <a:ext cx="50292" cy="25727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0" name="Shape 528"/>
          <p:cNvSpPr/>
          <p:nvPr/>
        </p:nvSpPr>
        <p:spPr>
          <a:xfrm>
            <a:off x="3520440" y="2652247"/>
            <a:ext cx="50292" cy="25826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1" name="Shape 529"/>
          <p:cNvSpPr/>
          <p:nvPr/>
        </p:nvSpPr>
        <p:spPr>
          <a:xfrm>
            <a:off x="3566160" y="2618086"/>
            <a:ext cx="50292" cy="261685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2" name="Shape 530"/>
          <p:cNvSpPr/>
          <p:nvPr/>
        </p:nvSpPr>
        <p:spPr>
          <a:xfrm>
            <a:off x="3611880" y="2575794"/>
            <a:ext cx="50292" cy="26591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3" name="Shape 531"/>
          <p:cNvSpPr/>
          <p:nvPr/>
        </p:nvSpPr>
        <p:spPr>
          <a:xfrm>
            <a:off x="3657600" y="2535449"/>
            <a:ext cx="50292" cy="26994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4" name="Shape 532"/>
          <p:cNvSpPr/>
          <p:nvPr/>
        </p:nvSpPr>
        <p:spPr>
          <a:xfrm>
            <a:off x="3703320" y="2497842"/>
            <a:ext cx="50292" cy="273709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5" name="Shape 533"/>
          <p:cNvSpPr/>
          <p:nvPr/>
        </p:nvSpPr>
        <p:spPr>
          <a:xfrm>
            <a:off x="3749040" y="2463329"/>
            <a:ext cx="50292" cy="27716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6" name="Shape 534"/>
          <p:cNvSpPr/>
          <p:nvPr/>
        </p:nvSpPr>
        <p:spPr>
          <a:xfrm>
            <a:off x="3794760" y="2438571"/>
            <a:ext cx="50292" cy="27963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7" name="Shape 535"/>
          <p:cNvSpPr/>
          <p:nvPr/>
        </p:nvSpPr>
        <p:spPr>
          <a:xfrm>
            <a:off x="3840480" y="2432047"/>
            <a:ext cx="50292" cy="28028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8" name="Shape 536"/>
          <p:cNvSpPr/>
          <p:nvPr/>
        </p:nvSpPr>
        <p:spPr>
          <a:xfrm>
            <a:off x="3886200" y="2394684"/>
            <a:ext cx="50292" cy="284025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9" name="Shape 537"/>
          <p:cNvSpPr/>
          <p:nvPr/>
        </p:nvSpPr>
        <p:spPr>
          <a:xfrm>
            <a:off x="3931920" y="2308606"/>
            <a:ext cx="50292" cy="292633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0" name="Shape 538"/>
          <p:cNvSpPr/>
          <p:nvPr/>
        </p:nvSpPr>
        <p:spPr>
          <a:xfrm>
            <a:off x="3977640" y="2250926"/>
            <a:ext cx="50292" cy="29840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1" name="Shape 539"/>
          <p:cNvSpPr/>
          <p:nvPr/>
        </p:nvSpPr>
        <p:spPr>
          <a:xfrm>
            <a:off x="4023360" y="2239788"/>
            <a:ext cx="50292" cy="299515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2" name="Shape 540"/>
          <p:cNvSpPr/>
          <p:nvPr/>
        </p:nvSpPr>
        <p:spPr>
          <a:xfrm>
            <a:off x="4069080" y="2235153"/>
            <a:ext cx="50292" cy="29997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3" name="Shape 541"/>
          <p:cNvSpPr/>
          <p:nvPr/>
        </p:nvSpPr>
        <p:spPr>
          <a:xfrm>
            <a:off x="4114800" y="2223319"/>
            <a:ext cx="50292" cy="30116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4" name="Shape 542"/>
          <p:cNvSpPr/>
          <p:nvPr/>
        </p:nvSpPr>
        <p:spPr>
          <a:xfrm>
            <a:off x="4160520" y="2227192"/>
            <a:ext cx="50292" cy="300774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5" name="Shape 543"/>
          <p:cNvSpPr/>
          <p:nvPr/>
        </p:nvSpPr>
        <p:spPr>
          <a:xfrm>
            <a:off x="4206240" y="2257550"/>
            <a:ext cx="50292" cy="297739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6" name="Shape 544"/>
          <p:cNvSpPr/>
          <p:nvPr/>
        </p:nvSpPr>
        <p:spPr>
          <a:xfrm>
            <a:off x="4251960" y="2322077"/>
            <a:ext cx="50292" cy="29128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7" name="Shape 545"/>
          <p:cNvSpPr/>
          <p:nvPr/>
        </p:nvSpPr>
        <p:spPr>
          <a:xfrm>
            <a:off x="4297680" y="2396173"/>
            <a:ext cx="50292" cy="28387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8" name="Shape 546"/>
          <p:cNvSpPr/>
          <p:nvPr/>
        </p:nvSpPr>
        <p:spPr>
          <a:xfrm>
            <a:off x="4343400" y="2429120"/>
            <a:ext cx="50292" cy="28058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9" name="Shape 547"/>
          <p:cNvSpPr/>
          <p:nvPr/>
        </p:nvSpPr>
        <p:spPr>
          <a:xfrm>
            <a:off x="4389120" y="2404469"/>
            <a:ext cx="50292" cy="28304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0" name="Shape 548"/>
          <p:cNvSpPr/>
          <p:nvPr/>
        </p:nvSpPr>
        <p:spPr>
          <a:xfrm>
            <a:off x="4434840" y="2383210"/>
            <a:ext cx="50292" cy="285173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1" name="Shape 549"/>
          <p:cNvSpPr/>
          <p:nvPr/>
        </p:nvSpPr>
        <p:spPr>
          <a:xfrm>
            <a:off x="4480560" y="2409519"/>
            <a:ext cx="50292" cy="28254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2" name="Shape 550"/>
          <p:cNvSpPr/>
          <p:nvPr/>
        </p:nvSpPr>
        <p:spPr>
          <a:xfrm>
            <a:off x="4526280" y="2445520"/>
            <a:ext cx="50292" cy="27894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3" name="Shape 551"/>
          <p:cNvSpPr/>
          <p:nvPr/>
        </p:nvSpPr>
        <p:spPr>
          <a:xfrm>
            <a:off x="4572000" y="2432787"/>
            <a:ext cx="50292" cy="28021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4" name="Shape 552"/>
          <p:cNvSpPr/>
          <p:nvPr/>
        </p:nvSpPr>
        <p:spPr>
          <a:xfrm>
            <a:off x="4617720" y="2398354"/>
            <a:ext cx="50292" cy="28365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5" name="Shape 553"/>
          <p:cNvSpPr/>
          <p:nvPr/>
        </p:nvSpPr>
        <p:spPr>
          <a:xfrm>
            <a:off x="4663440" y="2366247"/>
            <a:ext cx="50292" cy="286869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6" name="Shape 554"/>
          <p:cNvSpPr/>
          <p:nvPr/>
        </p:nvSpPr>
        <p:spPr>
          <a:xfrm>
            <a:off x="4709160" y="2307931"/>
            <a:ext cx="50292" cy="292700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7" name="Shape 555"/>
          <p:cNvSpPr/>
          <p:nvPr/>
        </p:nvSpPr>
        <p:spPr>
          <a:xfrm>
            <a:off x="4754880" y="2292495"/>
            <a:ext cx="50292" cy="294244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8" name="Shape 556"/>
          <p:cNvSpPr/>
          <p:nvPr/>
        </p:nvSpPr>
        <p:spPr>
          <a:xfrm>
            <a:off x="4800600" y="2303882"/>
            <a:ext cx="50292" cy="29310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9" name="Shape 557"/>
          <p:cNvSpPr/>
          <p:nvPr/>
        </p:nvSpPr>
        <p:spPr>
          <a:xfrm>
            <a:off x="4846320" y="2310795"/>
            <a:ext cx="50292" cy="292414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0" name="Shape 558"/>
          <p:cNvSpPr/>
          <p:nvPr/>
        </p:nvSpPr>
        <p:spPr>
          <a:xfrm>
            <a:off x="4892040" y="2349848"/>
            <a:ext cx="50292" cy="288509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1" name="Shape 559"/>
          <p:cNvSpPr/>
          <p:nvPr/>
        </p:nvSpPr>
        <p:spPr>
          <a:xfrm>
            <a:off x="4937760" y="2416354"/>
            <a:ext cx="50292" cy="28185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2" name="Shape 560"/>
          <p:cNvSpPr/>
          <p:nvPr/>
        </p:nvSpPr>
        <p:spPr>
          <a:xfrm>
            <a:off x="4983480" y="2464362"/>
            <a:ext cx="50292" cy="277057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3" name="Shape 561"/>
          <p:cNvSpPr/>
          <p:nvPr/>
        </p:nvSpPr>
        <p:spPr>
          <a:xfrm>
            <a:off x="5029200" y="2450940"/>
            <a:ext cx="50292" cy="278400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4" name="Shape 562"/>
          <p:cNvSpPr/>
          <p:nvPr/>
        </p:nvSpPr>
        <p:spPr>
          <a:xfrm>
            <a:off x="5074920" y="2423440"/>
            <a:ext cx="50292" cy="281150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5" name="Shape 563"/>
          <p:cNvSpPr/>
          <p:nvPr/>
        </p:nvSpPr>
        <p:spPr>
          <a:xfrm>
            <a:off x="5120640" y="2414620"/>
            <a:ext cx="50292" cy="282032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6" name="Shape 564"/>
          <p:cNvSpPr/>
          <p:nvPr/>
        </p:nvSpPr>
        <p:spPr>
          <a:xfrm>
            <a:off x="5166360" y="2398781"/>
            <a:ext cx="50292" cy="28361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7" name="Shape 565"/>
          <p:cNvSpPr/>
          <p:nvPr/>
        </p:nvSpPr>
        <p:spPr>
          <a:xfrm>
            <a:off x="5212080" y="2380890"/>
            <a:ext cx="50292" cy="28540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8" name="Shape 566"/>
          <p:cNvSpPr/>
          <p:nvPr/>
        </p:nvSpPr>
        <p:spPr>
          <a:xfrm>
            <a:off x="5257800" y="2360424"/>
            <a:ext cx="50292" cy="287451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9" name="Shape 567"/>
          <p:cNvSpPr/>
          <p:nvPr/>
        </p:nvSpPr>
        <p:spPr>
          <a:xfrm>
            <a:off x="5303520" y="2339914"/>
            <a:ext cx="50292" cy="28950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0" name="Shape 568"/>
          <p:cNvSpPr/>
          <p:nvPr/>
        </p:nvSpPr>
        <p:spPr>
          <a:xfrm>
            <a:off x="5349240" y="2328760"/>
            <a:ext cx="50292" cy="290618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1" name="Shape 569"/>
          <p:cNvSpPr/>
          <p:nvPr/>
        </p:nvSpPr>
        <p:spPr>
          <a:xfrm>
            <a:off x="5394960" y="2301543"/>
            <a:ext cx="50292" cy="293339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2" name="Shape 570"/>
          <p:cNvSpPr/>
          <p:nvPr/>
        </p:nvSpPr>
        <p:spPr>
          <a:xfrm>
            <a:off x="5440680" y="2248636"/>
            <a:ext cx="50292" cy="298630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3" name="Shape 571"/>
          <p:cNvSpPr/>
          <p:nvPr/>
        </p:nvSpPr>
        <p:spPr>
          <a:xfrm>
            <a:off x="5486400" y="2230967"/>
            <a:ext cx="50292" cy="30039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4" name="Shape 572"/>
          <p:cNvSpPr/>
          <p:nvPr/>
        </p:nvSpPr>
        <p:spPr>
          <a:xfrm>
            <a:off x="5532120" y="2253992"/>
            <a:ext cx="50292" cy="298094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5" name="Shape 573"/>
          <p:cNvSpPr/>
          <p:nvPr/>
        </p:nvSpPr>
        <p:spPr>
          <a:xfrm>
            <a:off x="5577840" y="2260190"/>
            <a:ext cx="50292" cy="29747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6" name="Shape 574"/>
          <p:cNvSpPr/>
          <p:nvPr/>
        </p:nvSpPr>
        <p:spPr>
          <a:xfrm>
            <a:off x="5623560" y="2263427"/>
            <a:ext cx="50292" cy="297151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7" name="Shape 575"/>
          <p:cNvSpPr/>
          <p:nvPr/>
        </p:nvSpPr>
        <p:spPr>
          <a:xfrm>
            <a:off x="5669280" y="2268436"/>
            <a:ext cx="50292" cy="296650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8" name="Shape 576"/>
          <p:cNvSpPr/>
          <p:nvPr/>
        </p:nvSpPr>
        <p:spPr>
          <a:xfrm>
            <a:off x="5715000" y="2233099"/>
            <a:ext cx="50292" cy="300184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9" name="Shape 577"/>
          <p:cNvSpPr/>
          <p:nvPr/>
        </p:nvSpPr>
        <p:spPr>
          <a:xfrm>
            <a:off x="5760720" y="2162371"/>
            <a:ext cx="50292" cy="30725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0" name="Shape 578"/>
          <p:cNvSpPr/>
          <p:nvPr/>
        </p:nvSpPr>
        <p:spPr>
          <a:xfrm>
            <a:off x="5806440" y="2117625"/>
            <a:ext cx="50292" cy="311731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1" name="Shape 579"/>
          <p:cNvSpPr/>
          <p:nvPr/>
        </p:nvSpPr>
        <p:spPr>
          <a:xfrm>
            <a:off x="5852160" y="2125981"/>
            <a:ext cx="50292" cy="310895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2" name="Shape 580"/>
          <p:cNvSpPr/>
          <p:nvPr/>
        </p:nvSpPr>
        <p:spPr>
          <a:xfrm>
            <a:off x="5897880" y="2178855"/>
            <a:ext cx="50292" cy="30560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3" name="Shape 581"/>
          <p:cNvSpPr/>
          <p:nvPr/>
        </p:nvSpPr>
        <p:spPr>
          <a:xfrm>
            <a:off x="5943600" y="2220717"/>
            <a:ext cx="50292" cy="301422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4" name="Shape 582"/>
          <p:cNvSpPr/>
          <p:nvPr/>
        </p:nvSpPr>
        <p:spPr>
          <a:xfrm>
            <a:off x="5989320" y="2226493"/>
            <a:ext cx="50292" cy="300844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5" name="Shape 583"/>
          <p:cNvSpPr/>
          <p:nvPr/>
        </p:nvSpPr>
        <p:spPr>
          <a:xfrm>
            <a:off x="6035040" y="2216800"/>
            <a:ext cx="50292" cy="30181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6" name="Shape 584"/>
          <p:cNvSpPr/>
          <p:nvPr/>
        </p:nvSpPr>
        <p:spPr>
          <a:xfrm>
            <a:off x="6080760" y="2192156"/>
            <a:ext cx="50292" cy="304278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7" name="Shape 585"/>
          <p:cNvSpPr/>
          <p:nvPr/>
        </p:nvSpPr>
        <p:spPr>
          <a:xfrm>
            <a:off x="6126480" y="2186285"/>
            <a:ext cx="50292" cy="304865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8" name="Shape 586"/>
          <p:cNvSpPr/>
          <p:nvPr/>
        </p:nvSpPr>
        <p:spPr>
          <a:xfrm>
            <a:off x="6172200" y="2206830"/>
            <a:ext cx="50292" cy="30281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9" name="Shape 587"/>
          <p:cNvSpPr/>
          <p:nvPr/>
        </p:nvSpPr>
        <p:spPr>
          <a:xfrm>
            <a:off x="6217920" y="2240882"/>
            <a:ext cx="50292" cy="299405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0" name="Shape 588"/>
          <p:cNvSpPr/>
          <p:nvPr/>
        </p:nvSpPr>
        <p:spPr>
          <a:xfrm>
            <a:off x="6263640" y="2295007"/>
            <a:ext cx="50292" cy="293993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1" name="Shape 589"/>
          <p:cNvSpPr/>
          <p:nvPr/>
        </p:nvSpPr>
        <p:spPr>
          <a:xfrm>
            <a:off x="6309360" y="2359294"/>
            <a:ext cx="50292" cy="287564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2" name="Shape 590"/>
          <p:cNvSpPr/>
          <p:nvPr/>
        </p:nvSpPr>
        <p:spPr>
          <a:xfrm>
            <a:off x="6355080" y="2394280"/>
            <a:ext cx="50292" cy="2840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3" name="Shape 591"/>
          <p:cNvSpPr/>
          <p:nvPr/>
        </p:nvSpPr>
        <p:spPr>
          <a:xfrm>
            <a:off x="6400800" y="2367645"/>
            <a:ext cx="50292" cy="286729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4" name="Shape 592"/>
          <p:cNvSpPr/>
          <p:nvPr/>
        </p:nvSpPr>
        <p:spPr>
          <a:xfrm>
            <a:off x="6446520" y="2294370"/>
            <a:ext cx="50292" cy="294057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5" name="Shape 593"/>
          <p:cNvSpPr/>
          <p:nvPr/>
        </p:nvSpPr>
        <p:spPr>
          <a:xfrm>
            <a:off x="6492240" y="2207657"/>
            <a:ext cx="50292" cy="302728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6" name="Shape 594"/>
          <p:cNvSpPr/>
          <p:nvPr/>
        </p:nvSpPr>
        <p:spPr>
          <a:xfrm>
            <a:off x="6537960" y="2131475"/>
            <a:ext cx="50292" cy="310346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7" name="Shape 595"/>
          <p:cNvSpPr/>
          <p:nvPr/>
        </p:nvSpPr>
        <p:spPr>
          <a:xfrm>
            <a:off x="6583680" y="2069469"/>
            <a:ext cx="50292" cy="316547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8" name="Shape 596"/>
          <p:cNvSpPr/>
          <p:nvPr/>
        </p:nvSpPr>
        <p:spPr>
          <a:xfrm>
            <a:off x="6629400" y="2033149"/>
            <a:ext cx="50292" cy="320179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9" name="Shape 597"/>
          <p:cNvSpPr/>
          <p:nvPr/>
        </p:nvSpPr>
        <p:spPr>
          <a:xfrm>
            <a:off x="6675120" y="2011921"/>
            <a:ext cx="50292" cy="322301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0" name="Shape 598"/>
          <p:cNvSpPr/>
          <p:nvPr/>
        </p:nvSpPr>
        <p:spPr>
          <a:xfrm>
            <a:off x="6720840" y="2012558"/>
            <a:ext cx="50292" cy="322238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1" name="Shape 599"/>
          <p:cNvSpPr/>
          <p:nvPr/>
        </p:nvSpPr>
        <p:spPr>
          <a:xfrm>
            <a:off x="6766560" y="2072280"/>
            <a:ext cx="50292" cy="316266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2" name="Shape 600"/>
          <p:cNvSpPr/>
          <p:nvPr/>
        </p:nvSpPr>
        <p:spPr>
          <a:xfrm>
            <a:off x="6812280" y="2156500"/>
            <a:ext cx="50292" cy="30784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3" name="Shape 601"/>
          <p:cNvSpPr/>
          <p:nvPr/>
        </p:nvSpPr>
        <p:spPr>
          <a:xfrm>
            <a:off x="6858000" y="2181532"/>
            <a:ext cx="50292" cy="305340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4" name="Shape 602"/>
          <p:cNvSpPr/>
          <p:nvPr/>
        </p:nvSpPr>
        <p:spPr>
          <a:xfrm>
            <a:off x="6903720" y="2162456"/>
            <a:ext cx="50292" cy="307248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5" name="Shape 603"/>
          <p:cNvSpPr/>
          <p:nvPr/>
        </p:nvSpPr>
        <p:spPr>
          <a:xfrm>
            <a:off x="6949440" y="2151738"/>
            <a:ext cx="50292" cy="308320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6" name="Shape 604"/>
          <p:cNvSpPr/>
          <p:nvPr/>
        </p:nvSpPr>
        <p:spPr>
          <a:xfrm>
            <a:off x="6995160" y="2137587"/>
            <a:ext cx="50292" cy="309735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7" name="Shape 605"/>
          <p:cNvSpPr/>
          <p:nvPr/>
        </p:nvSpPr>
        <p:spPr>
          <a:xfrm>
            <a:off x="7040880" y="2118030"/>
            <a:ext cx="50292" cy="311691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8" name="Shape 606"/>
          <p:cNvSpPr/>
          <p:nvPr/>
        </p:nvSpPr>
        <p:spPr>
          <a:xfrm>
            <a:off x="7086600" y="2113431"/>
            <a:ext cx="50292" cy="312150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9" name="Shape 607"/>
          <p:cNvSpPr/>
          <p:nvPr/>
        </p:nvSpPr>
        <p:spPr>
          <a:xfrm>
            <a:off x="7132320" y="2100415"/>
            <a:ext cx="50292" cy="31345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0" name="Shape 608"/>
          <p:cNvSpPr/>
          <p:nvPr/>
        </p:nvSpPr>
        <p:spPr>
          <a:xfrm>
            <a:off x="7178040" y="2071129"/>
            <a:ext cx="50292" cy="316381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1" name="Shape 609"/>
          <p:cNvSpPr/>
          <p:nvPr/>
        </p:nvSpPr>
        <p:spPr>
          <a:xfrm>
            <a:off x="7223760" y="2055200"/>
            <a:ext cx="50292" cy="317974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2" name="Shape 610"/>
          <p:cNvSpPr/>
          <p:nvPr/>
        </p:nvSpPr>
        <p:spPr>
          <a:xfrm>
            <a:off x="7269480" y="2046597"/>
            <a:ext cx="50292" cy="318834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3" name="Shape 611"/>
          <p:cNvSpPr/>
          <p:nvPr/>
        </p:nvSpPr>
        <p:spPr>
          <a:xfrm>
            <a:off x="7315200" y="2070001"/>
            <a:ext cx="50292" cy="316493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4" name="Shape 612"/>
          <p:cNvSpPr/>
          <p:nvPr/>
        </p:nvSpPr>
        <p:spPr>
          <a:xfrm>
            <a:off x="7360920" y="2121341"/>
            <a:ext cx="50292" cy="311359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5" name="Shape 613"/>
          <p:cNvSpPr/>
          <p:nvPr/>
        </p:nvSpPr>
        <p:spPr>
          <a:xfrm>
            <a:off x="7406640" y="2134773"/>
            <a:ext cx="50292" cy="31001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6" name="Shape 614"/>
          <p:cNvSpPr/>
          <p:nvPr/>
        </p:nvSpPr>
        <p:spPr>
          <a:xfrm>
            <a:off x="7452360" y="2085463"/>
            <a:ext cx="50292" cy="314947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7" name="Shape 615"/>
          <p:cNvSpPr/>
          <p:nvPr/>
        </p:nvSpPr>
        <p:spPr>
          <a:xfrm>
            <a:off x="7498080" y="2023937"/>
            <a:ext cx="50292" cy="321100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8" name="Shape 616"/>
          <p:cNvSpPr/>
          <p:nvPr/>
        </p:nvSpPr>
        <p:spPr>
          <a:xfrm>
            <a:off x="7543800" y="1982641"/>
            <a:ext cx="50292" cy="325229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9" name="Shape 617"/>
          <p:cNvSpPr/>
          <p:nvPr/>
        </p:nvSpPr>
        <p:spPr>
          <a:xfrm>
            <a:off x="7589520" y="1949353"/>
            <a:ext cx="50292" cy="32855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0" name="Shape 618"/>
          <p:cNvSpPr/>
          <p:nvPr/>
        </p:nvSpPr>
        <p:spPr>
          <a:xfrm>
            <a:off x="7635240" y="1922925"/>
            <a:ext cx="50292" cy="331201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1" name="Shape 619"/>
          <p:cNvSpPr/>
          <p:nvPr/>
        </p:nvSpPr>
        <p:spPr>
          <a:xfrm>
            <a:off x="7680960" y="1912277"/>
            <a:ext cx="50292" cy="33226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2" name="Shape 620"/>
          <p:cNvSpPr/>
          <p:nvPr/>
        </p:nvSpPr>
        <p:spPr>
          <a:xfrm>
            <a:off x="7726680" y="1922293"/>
            <a:ext cx="50292" cy="331264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3" name="Shape 621"/>
          <p:cNvSpPr/>
          <p:nvPr/>
        </p:nvSpPr>
        <p:spPr>
          <a:xfrm>
            <a:off x="7772400" y="1902353"/>
            <a:ext cx="50292" cy="333258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4" name="Shape 622"/>
          <p:cNvSpPr/>
          <p:nvPr/>
        </p:nvSpPr>
        <p:spPr>
          <a:xfrm>
            <a:off x="7818120" y="1858314"/>
            <a:ext cx="50292" cy="337662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5" name="Shape 623"/>
          <p:cNvSpPr/>
          <p:nvPr/>
        </p:nvSpPr>
        <p:spPr>
          <a:xfrm>
            <a:off x="7863840" y="1839015"/>
            <a:ext cx="50292" cy="339592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6" name="Shape 624"/>
          <p:cNvSpPr/>
          <p:nvPr/>
        </p:nvSpPr>
        <p:spPr>
          <a:xfrm>
            <a:off x="7909560" y="1833703"/>
            <a:ext cx="50292" cy="34012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7" name="Shape 625"/>
          <p:cNvSpPr/>
          <p:nvPr/>
        </p:nvSpPr>
        <p:spPr>
          <a:xfrm>
            <a:off x="7955280" y="1834055"/>
            <a:ext cx="50292" cy="34008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8" name="Shape 626"/>
          <p:cNvSpPr/>
          <p:nvPr/>
        </p:nvSpPr>
        <p:spPr>
          <a:xfrm>
            <a:off x="8001000" y="1855955"/>
            <a:ext cx="50292" cy="33789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9" name="Shape 627"/>
          <p:cNvSpPr/>
          <p:nvPr/>
        </p:nvSpPr>
        <p:spPr>
          <a:xfrm>
            <a:off x="8046720" y="1884089"/>
            <a:ext cx="50292" cy="335085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0" name="Shape 628"/>
          <p:cNvSpPr/>
          <p:nvPr/>
        </p:nvSpPr>
        <p:spPr>
          <a:xfrm>
            <a:off x="8092440" y="1905103"/>
            <a:ext cx="50292" cy="332983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1" name="Shape 629"/>
          <p:cNvSpPr/>
          <p:nvPr/>
        </p:nvSpPr>
        <p:spPr>
          <a:xfrm>
            <a:off x="8138160" y="1945116"/>
            <a:ext cx="50292" cy="328982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2" name="Shape 630"/>
          <p:cNvSpPr/>
          <p:nvPr/>
        </p:nvSpPr>
        <p:spPr>
          <a:xfrm>
            <a:off x="8183880" y="1967235"/>
            <a:ext cx="50292" cy="326770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3" name="Shape 631"/>
          <p:cNvSpPr/>
          <p:nvPr/>
        </p:nvSpPr>
        <p:spPr>
          <a:xfrm>
            <a:off x="8229600" y="1940405"/>
            <a:ext cx="50292" cy="329453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4" name="Shape 632"/>
          <p:cNvSpPr/>
          <p:nvPr/>
        </p:nvSpPr>
        <p:spPr>
          <a:xfrm>
            <a:off x="8275320" y="1887172"/>
            <a:ext cx="50292" cy="334776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5" name="Shape 633"/>
          <p:cNvSpPr/>
          <p:nvPr/>
        </p:nvSpPr>
        <p:spPr>
          <a:xfrm>
            <a:off x="8321040" y="1846524"/>
            <a:ext cx="50292" cy="338841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6" name="Shape 634"/>
          <p:cNvSpPr/>
          <p:nvPr/>
        </p:nvSpPr>
        <p:spPr>
          <a:xfrm>
            <a:off x="8366760" y="1851032"/>
            <a:ext cx="50292" cy="338390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7" name="Shape 635"/>
          <p:cNvSpPr/>
          <p:nvPr/>
        </p:nvSpPr>
        <p:spPr>
          <a:xfrm>
            <a:off x="8412480" y="1889890"/>
            <a:ext cx="50292" cy="3345050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8" name="Shape 636"/>
          <p:cNvSpPr/>
          <p:nvPr/>
        </p:nvSpPr>
        <p:spPr>
          <a:xfrm>
            <a:off x="8458200" y="1945677"/>
            <a:ext cx="50292" cy="328926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9" name="Shape 637"/>
          <p:cNvSpPr/>
          <p:nvPr/>
        </p:nvSpPr>
        <p:spPr>
          <a:xfrm>
            <a:off x="8503920" y="2022098"/>
            <a:ext cx="50292" cy="3212842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0" name="Shape 638"/>
          <p:cNvSpPr/>
          <p:nvPr/>
        </p:nvSpPr>
        <p:spPr>
          <a:xfrm>
            <a:off x="8549640" y="2102226"/>
            <a:ext cx="50292" cy="313271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1" name="Shape 639"/>
          <p:cNvSpPr/>
          <p:nvPr/>
        </p:nvSpPr>
        <p:spPr>
          <a:xfrm>
            <a:off x="8595360" y="2142554"/>
            <a:ext cx="50292" cy="309238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2" name="Shape 640"/>
          <p:cNvSpPr/>
          <p:nvPr/>
        </p:nvSpPr>
        <p:spPr>
          <a:xfrm>
            <a:off x="8641080" y="2151797"/>
            <a:ext cx="50292" cy="308314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3" name="Shape 641"/>
          <p:cNvSpPr/>
          <p:nvPr/>
        </p:nvSpPr>
        <p:spPr>
          <a:xfrm>
            <a:off x="8686800" y="2182673"/>
            <a:ext cx="50292" cy="3052267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4" name="Shape 642"/>
          <p:cNvSpPr/>
          <p:nvPr/>
        </p:nvSpPr>
        <p:spPr>
          <a:xfrm>
            <a:off x="8732520" y="2253811"/>
            <a:ext cx="50292" cy="298112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5" name="Shape 643"/>
          <p:cNvSpPr/>
          <p:nvPr/>
        </p:nvSpPr>
        <p:spPr>
          <a:xfrm>
            <a:off x="8778240" y="2314467"/>
            <a:ext cx="50292" cy="2920473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6" name="Shape 644"/>
          <p:cNvSpPr/>
          <p:nvPr/>
        </p:nvSpPr>
        <p:spPr>
          <a:xfrm>
            <a:off x="8823960" y="2328942"/>
            <a:ext cx="50292" cy="2905998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7" name="Shape 645"/>
          <p:cNvSpPr/>
          <p:nvPr/>
        </p:nvSpPr>
        <p:spPr>
          <a:xfrm>
            <a:off x="8869680" y="2311461"/>
            <a:ext cx="50292" cy="292347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8" name="Shape 646"/>
          <p:cNvSpPr/>
          <p:nvPr/>
        </p:nvSpPr>
        <p:spPr>
          <a:xfrm>
            <a:off x="8915400" y="2331744"/>
            <a:ext cx="50292" cy="2903196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9" name="Shape 647"/>
          <p:cNvSpPr/>
          <p:nvPr/>
        </p:nvSpPr>
        <p:spPr>
          <a:xfrm>
            <a:off x="8961120" y="2404619"/>
            <a:ext cx="50292" cy="2830321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0" name="Shape 648"/>
          <p:cNvSpPr/>
          <p:nvPr/>
        </p:nvSpPr>
        <p:spPr>
          <a:xfrm>
            <a:off x="9006840" y="2463755"/>
            <a:ext cx="50292" cy="2771185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1" name="Shape 649"/>
          <p:cNvSpPr/>
          <p:nvPr/>
        </p:nvSpPr>
        <p:spPr>
          <a:xfrm>
            <a:off x="9052560" y="2488146"/>
            <a:ext cx="50292" cy="2746794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2" name="Shape 650"/>
          <p:cNvSpPr/>
          <p:nvPr/>
        </p:nvSpPr>
        <p:spPr>
          <a:xfrm>
            <a:off x="9098280" y="2504371"/>
            <a:ext cx="50292" cy="2730569"/>
          </a:xfrm>
          <a:prstGeom prst="rect">
            <a:avLst/>
          </a:prstGeom>
          <a:solidFill>
            <a:srgbClr val="1E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3" name="Shape 651"/>
          <p:cNvSpPr/>
          <p:nvPr/>
        </p:nvSpPr>
        <p:spPr>
          <a:xfrm>
            <a:off x="0" y="2629827"/>
            <a:ext cx="50292" cy="26051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4" name="Shape 652"/>
          <p:cNvSpPr/>
          <p:nvPr/>
        </p:nvSpPr>
        <p:spPr>
          <a:xfrm>
            <a:off x="45720" y="2663030"/>
            <a:ext cx="50292" cy="257191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5" name="Shape 653"/>
          <p:cNvSpPr/>
          <p:nvPr/>
        </p:nvSpPr>
        <p:spPr>
          <a:xfrm>
            <a:off x="91440" y="2682590"/>
            <a:ext cx="50292" cy="25523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6" name="Shape 654"/>
          <p:cNvSpPr/>
          <p:nvPr/>
        </p:nvSpPr>
        <p:spPr>
          <a:xfrm>
            <a:off x="137160" y="2668556"/>
            <a:ext cx="50292" cy="25663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7" name="Shape 655"/>
          <p:cNvSpPr/>
          <p:nvPr/>
        </p:nvSpPr>
        <p:spPr>
          <a:xfrm>
            <a:off x="182880" y="2622788"/>
            <a:ext cx="50292" cy="26121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8" name="Shape 656"/>
          <p:cNvSpPr/>
          <p:nvPr/>
        </p:nvSpPr>
        <p:spPr>
          <a:xfrm>
            <a:off x="228600" y="2545752"/>
            <a:ext cx="50292" cy="268918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9" name="Shape 657"/>
          <p:cNvSpPr/>
          <p:nvPr/>
        </p:nvSpPr>
        <p:spPr>
          <a:xfrm>
            <a:off x="274320" y="2441039"/>
            <a:ext cx="50292" cy="27939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0" name="Shape 658"/>
          <p:cNvSpPr/>
          <p:nvPr/>
        </p:nvSpPr>
        <p:spPr>
          <a:xfrm>
            <a:off x="320040" y="2368650"/>
            <a:ext cx="50292" cy="28662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1" name="Shape 659"/>
          <p:cNvSpPr/>
          <p:nvPr/>
        </p:nvSpPr>
        <p:spPr>
          <a:xfrm>
            <a:off x="365760" y="2394783"/>
            <a:ext cx="50292" cy="28401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2" name="Shape 660"/>
          <p:cNvSpPr/>
          <p:nvPr/>
        </p:nvSpPr>
        <p:spPr>
          <a:xfrm>
            <a:off x="411480" y="2421585"/>
            <a:ext cx="50292" cy="281335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3" name="Shape 661"/>
          <p:cNvSpPr/>
          <p:nvPr/>
        </p:nvSpPr>
        <p:spPr>
          <a:xfrm>
            <a:off x="457200" y="2406781"/>
            <a:ext cx="50292" cy="28281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4" name="Shape 662"/>
          <p:cNvSpPr/>
          <p:nvPr/>
        </p:nvSpPr>
        <p:spPr>
          <a:xfrm>
            <a:off x="502920" y="2408196"/>
            <a:ext cx="50292" cy="28267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5" name="Shape 663"/>
          <p:cNvSpPr/>
          <p:nvPr/>
        </p:nvSpPr>
        <p:spPr>
          <a:xfrm>
            <a:off x="548640" y="2435998"/>
            <a:ext cx="50292" cy="27989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6" name="Shape 664"/>
          <p:cNvSpPr/>
          <p:nvPr/>
        </p:nvSpPr>
        <p:spPr>
          <a:xfrm>
            <a:off x="594360" y="2485800"/>
            <a:ext cx="50292" cy="27491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7" name="Shape 665"/>
          <p:cNvSpPr/>
          <p:nvPr/>
        </p:nvSpPr>
        <p:spPr>
          <a:xfrm>
            <a:off x="640080" y="2532985"/>
            <a:ext cx="50292" cy="270195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8" name="Shape 666"/>
          <p:cNvSpPr/>
          <p:nvPr/>
        </p:nvSpPr>
        <p:spPr>
          <a:xfrm>
            <a:off x="685800" y="2534084"/>
            <a:ext cx="50292" cy="2700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9" name="Shape 667"/>
          <p:cNvSpPr/>
          <p:nvPr/>
        </p:nvSpPr>
        <p:spPr>
          <a:xfrm>
            <a:off x="731520" y="2488788"/>
            <a:ext cx="50292" cy="27461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0" name="Shape 668"/>
          <p:cNvSpPr/>
          <p:nvPr/>
        </p:nvSpPr>
        <p:spPr>
          <a:xfrm>
            <a:off x="777240" y="2453407"/>
            <a:ext cx="50292" cy="27815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1" name="Shape 669"/>
          <p:cNvSpPr/>
          <p:nvPr/>
        </p:nvSpPr>
        <p:spPr>
          <a:xfrm>
            <a:off x="822960" y="2452823"/>
            <a:ext cx="50292" cy="278211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2" name="Shape 670"/>
          <p:cNvSpPr/>
          <p:nvPr/>
        </p:nvSpPr>
        <p:spPr>
          <a:xfrm>
            <a:off x="868680" y="2467102"/>
            <a:ext cx="50292" cy="276783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3" name="Shape 671"/>
          <p:cNvSpPr/>
          <p:nvPr/>
        </p:nvSpPr>
        <p:spPr>
          <a:xfrm>
            <a:off x="914400" y="2508183"/>
            <a:ext cx="50292" cy="27267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4" name="Shape 672"/>
          <p:cNvSpPr/>
          <p:nvPr/>
        </p:nvSpPr>
        <p:spPr>
          <a:xfrm>
            <a:off x="960120" y="2555987"/>
            <a:ext cx="50292" cy="267895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5" name="Shape 673"/>
          <p:cNvSpPr/>
          <p:nvPr/>
        </p:nvSpPr>
        <p:spPr>
          <a:xfrm>
            <a:off x="1005840" y="2589817"/>
            <a:ext cx="50292" cy="26451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6" name="Shape 674"/>
          <p:cNvSpPr/>
          <p:nvPr/>
        </p:nvSpPr>
        <p:spPr>
          <a:xfrm>
            <a:off x="1051560" y="2632517"/>
            <a:ext cx="50292" cy="26024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7" name="Shape 675"/>
          <p:cNvSpPr/>
          <p:nvPr/>
        </p:nvSpPr>
        <p:spPr>
          <a:xfrm>
            <a:off x="1097280" y="2660438"/>
            <a:ext cx="50292" cy="25745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8" name="Shape 676"/>
          <p:cNvSpPr/>
          <p:nvPr/>
        </p:nvSpPr>
        <p:spPr>
          <a:xfrm>
            <a:off x="1143000" y="2645873"/>
            <a:ext cx="50292" cy="258906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9" name="Shape 677"/>
          <p:cNvSpPr/>
          <p:nvPr/>
        </p:nvSpPr>
        <p:spPr>
          <a:xfrm>
            <a:off x="1188720" y="2590901"/>
            <a:ext cx="50292" cy="26440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0" name="Shape 678"/>
          <p:cNvSpPr/>
          <p:nvPr/>
        </p:nvSpPr>
        <p:spPr>
          <a:xfrm>
            <a:off x="1234440" y="2500205"/>
            <a:ext cx="50292" cy="273473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1" name="Shape 679"/>
          <p:cNvSpPr/>
          <p:nvPr/>
        </p:nvSpPr>
        <p:spPr>
          <a:xfrm>
            <a:off x="1280160" y="2396535"/>
            <a:ext cx="50292" cy="28384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2" name="Shape 680"/>
          <p:cNvSpPr/>
          <p:nvPr/>
        </p:nvSpPr>
        <p:spPr>
          <a:xfrm>
            <a:off x="1325880" y="2350434"/>
            <a:ext cx="50292" cy="288450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3" name="Shape 681"/>
          <p:cNvSpPr/>
          <p:nvPr/>
        </p:nvSpPr>
        <p:spPr>
          <a:xfrm>
            <a:off x="1371600" y="2346580"/>
            <a:ext cx="50292" cy="28883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4" name="Shape 682"/>
          <p:cNvSpPr/>
          <p:nvPr/>
        </p:nvSpPr>
        <p:spPr>
          <a:xfrm>
            <a:off x="1417320" y="2323232"/>
            <a:ext cx="50292" cy="291170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5" name="Shape 683"/>
          <p:cNvSpPr/>
          <p:nvPr/>
        </p:nvSpPr>
        <p:spPr>
          <a:xfrm>
            <a:off x="1463040" y="2320100"/>
            <a:ext cx="50292" cy="2914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6" name="Shape 684"/>
          <p:cNvSpPr/>
          <p:nvPr/>
        </p:nvSpPr>
        <p:spPr>
          <a:xfrm>
            <a:off x="1508760" y="2372533"/>
            <a:ext cx="50292" cy="286240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7" name="Shape 685"/>
          <p:cNvSpPr/>
          <p:nvPr/>
        </p:nvSpPr>
        <p:spPr>
          <a:xfrm>
            <a:off x="1554480" y="2394296"/>
            <a:ext cx="50292" cy="28406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8" name="Shape 686"/>
          <p:cNvSpPr/>
          <p:nvPr/>
        </p:nvSpPr>
        <p:spPr>
          <a:xfrm>
            <a:off x="1600200" y="2372446"/>
            <a:ext cx="50292" cy="28624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9" name="Shape 687"/>
          <p:cNvSpPr/>
          <p:nvPr/>
        </p:nvSpPr>
        <p:spPr>
          <a:xfrm>
            <a:off x="1645920" y="2328228"/>
            <a:ext cx="50292" cy="29067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0" name="Shape 688"/>
          <p:cNvSpPr/>
          <p:nvPr/>
        </p:nvSpPr>
        <p:spPr>
          <a:xfrm>
            <a:off x="1691640" y="2281169"/>
            <a:ext cx="50292" cy="29537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1" name="Shape 689"/>
          <p:cNvSpPr/>
          <p:nvPr/>
        </p:nvSpPr>
        <p:spPr>
          <a:xfrm>
            <a:off x="1737360" y="2283653"/>
            <a:ext cx="50292" cy="295128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2" name="Shape 690"/>
          <p:cNvSpPr/>
          <p:nvPr/>
        </p:nvSpPr>
        <p:spPr>
          <a:xfrm>
            <a:off x="1783080" y="2269106"/>
            <a:ext cx="50292" cy="29658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3" name="Shape 691"/>
          <p:cNvSpPr/>
          <p:nvPr/>
        </p:nvSpPr>
        <p:spPr>
          <a:xfrm>
            <a:off x="1828800" y="2252155"/>
            <a:ext cx="50292" cy="29827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4" name="Shape 692"/>
          <p:cNvSpPr/>
          <p:nvPr/>
        </p:nvSpPr>
        <p:spPr>
          <a:xfrm>
            <a:off x="1874520" y="2266056"/>
            <a:ext cx="50292" cy="29688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5" name="Shape 693"/>
          <p:cNvSpPr/>
          <p:nvPr/>
        </p:nvSpPr>
        <p:spPr>
          <a:xfrm>
            <a:off x="1920240" y="2292115"/>
            <a:ext cx="50292" cy="29428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6" name="Shape 694"/>
          <p:cNvSpPr/>
          <p:nvPr/>
        </p:nvSpPr>
        <p:spPr>
          <a:xfrm>
            <a:off x="1965960" y="2323595"/>
            <a:ext cx="50292" cy="29113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7" name="Shape 695"/>
          <p:cNvSpPr/>
          <p:nvPr/>
        </p:nvSpPr>
        <p:spPr>
          <a:xfrm>
            <a:off x="2011680" y="2344983"/>
            <a:ext cx="50292" cy="288995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8" name="Shape 696"/>
          <p:cNvSpPr/>
          <p:nvPr/>
        </p:nvSpPr>
        <p:spPr>
          <a:xfrm>
            <a:off x="2057400" y="2387186"/>
            <a:ext cx="50292" cy="284775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9" name="Shape 697"/>
          <p:cNvSpPr/>
          <p:nvPr/>
        </p:nvSpPr>
        <p:spPr>
          <a:xfrm>
            <a:off x="2103120" y="2459733"/>
            <a:ext cx="50292" cy="277520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0" name="Shape 698"/>
          <p:cNvSpPr/>
          <p:nvPr/>
        </p:nvSpPr>
        <p:spPr>
          <a:xfrm>
            <a:off x="2148840" y="2514850"/>
            <a:ext cx="50292" cy="27200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" name="Shape 699"/>
          <p:cNvSpPr/>
          <p:nvPr/>
        </p:nvSpPr>
        <p:spPr>
          <a:xfrm>
            <a:off x="2194560" y="2534469"/>
            <a:ext cx="50292" cy="27004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2" name="Shape 700"/>
          <p:cNvSpPr/>
          <p:nvPr/>
        </p:nvSpPr>
        <p:spPr>
          <a:xfrm>
            <a:off x="2240280" y="2523599"/>
            <a:ext cx="50292" cy="271134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3" name="Shape 701"/>
          <p:cNvSpPr/>
          <p:nvPr/>
        </p:nvSpPr>
        <p:spPr>
          <a:xfrm>
            <a:off x="2286000" y="2493962"/>
            <a:ext cx="50292" cy="27409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4" name="Shape 702"/>
          <p:cNvSpPr/>
          <p:nvPr/>
        </p:nvSpPr>
        <p:spPr>
          <a:xfrm>
            <a:off x="2331720" y="2460365"/>
            <a:ext cx="50292" cy="277457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5" name="Shape 703"/>
          <p:cNvSpPr/>
          <p:nvPr/>
        </p:nvSpPr>
        <p:spPr>
          <a:xfrm>
            <a:off x="2377440" y="2427119"/>
            <a:ext cx="50292" cy="280782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6" name="Shape 704"/>
          <p:cNvSpPr/>
          <p:nvPr/>
        </p:nvSpPr>
        <p:spPr>
          <a:xfrm>
            <a:off x="2423160" y="2412080"/>
            <a:ext cx="50292" cy="28228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7" name="Shape 705"/>
          <p:cNvSpPr/>
          <p:nvPr/>
        </p:nvSpPr>
        <p:spPr>
          <a:xfrm>
            <a:off x="2468880" y="2446108"/>
            <a:ext cx="50292" cy="278883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8" name="Shape 706"/>
          <p:cNvSpPr/>
          <p:nvPr/>
        </p:nvSpPr>
        <p:spPr>
          <a:xfrm>
            <a:off x="2514600" y="2458718"/>
            <a:ext cx="50292" cy="2776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9" name="Shape 707"/>
          <p:cNvSpPr/>
          <p:nvPr/>
        </p:nvSpPr>
        <p:spPr>
          <a:xfrm>
            <a:off x="2560320" y="2398381"/>
            <a:ext cx="50292" cy="28365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0" name="Shape 708"/>
          <p:cNvSpPr/>
          <p:nvPr/>
        </p:nvSpPr>
        <p:spPr>
          <a:xfrm>
            <a:off x="2606040" y="2349868"/>
            <a:ext cx="50292" cy="288507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1" name="Shape 709"/>
          <p:cNvSpPr/>
          <p:nvPr/>
        </p:nvSpPr>
        <p:spPr>
          <a:xfrm>
            <a:off x="2651760" y="2348702"/>
            <a:ext cx="50292" cy="288623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2" name="Shape 710"/>
          <p:cNvSpPr/>
          <p:nvPr/>
        </p:nvSpPr>
        <p:spPr>
          <a:xfrm>
            <a:off x="2697480" y="2356000"/>
            <a:ext cx="50292" cy="28789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3" name="Shape 711"/>
          <p:cNvSpPr/>
          <p:nvPr/>
        </p:nvSpPr>
        <p:spPr>
          <a:xfrm>
            <a:off x="2743200" y="2352649"/>
            <a:ext cx="50292" cy="288229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4" name="Shape 712"/>
          <p:cNvSpPr/>
          <p:nvPr/>
        </p:nvSpPr>
        <p:spPr>
          <a:xfrm>
            <a:off x="2788920" y="2367042"/>
            <a:ext cx="50292" cy="286789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5" name="Shape 713"/>
          <p:cNvSpPr/>
          <p:nvPr/>
        </p:nvSpPr>
        <p:spPr>
          <a:xfrm>
            <a:off x="2834640" y="2409840"/>
            <a:ext cx="50292" cy="282510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6" name="Shape 714"/>
          <p:cNvSpPr/>
          <p:nvPr/>
        </p:nvSpPr>
        <p:spPr>
          <a:xfrm>
            <a:off x="2880360" y="2480548"/>
            <a:ext cx="50292" cy="275439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7" name="Shape 715"/>
          <p:cNvSpPr/>
          <p:nvPr/>
        </p:nvSpPr>
        <p:spPr>
          <a:xfrm>
            <a:off x="2926080" y="2542137"/>
            <a:ext cx="50292" cy="269280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8" name="Shape 716"/>
          <p:cNvSpPr/>
          <p:nvPr/>
        </p:nvSpPr>
        <p:spPr>
          <a:xfrm>
            <a:off x="2971800" y="2534992"/>
            <a:ext cx="50292" cy="269994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9" name="Shape 717"/>
          <p:cNvSpPr/>
          <p:nvPr/>
        </p:nvSpPr>
        <p:spPr>
          <a:xfrm>
            <a:off x="3017520" y="2447109"/>
            <a:ext cx="50292" cy="27878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0" name="Shape 718"/>
          <p:cNvSpPr/>
          <p:nvPr/>
        </p:nvSpPr>
        <p:spPr>
          <a:xfrm>
            <a:off x="3063240" y="2361786"/>
            <a:ext cx="50292" cy="287315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1" name="Shape 719"/>
          <p:cNvSpPr/>
          <p:nvPr/>
        </p:nvSpPr>
        <p:spPr>
          <a:xfrm>
            <a:off x="3108960" y="2336988"/>
            <a:ext cx="50292" cy="28979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2" name="Shape 720"/>
          <p:cNvSpPr/>
          <p:nvPr/>
        </p:nvSpPr>
        <p:spPr>
          <a:xfrm>
            <a:off x="3154680" y="2331455"/>
            <a:ext cx="50292" cy="29034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3" name="Shape 721"/>
          <p:cNvSpPr/>
          <p:nvPr/>
        </p:nvSpPr>
        <p:spPr>
          <a:xfrm>
            <a:off x="3200400" y="2280538"/>
            <a:ext cx="50292" cy="29544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4" name="Shape 722"/>
          <p:cNvSpPr/>
          <p:nvPr/>
        </p:nvSpPr>
        <p:spPr>
          <a:xfrm>
            <a:off x="3246120" y="2226356"/>
            <a:ext cx="50292" cy="30085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5" name="Shape 723"/>
          <p:cNvSpPr/>
          <p:nvPr/>
        </p:nvSpPr>
        <p:spPr>
          <a:xfrm>
            <a:off x="3291840" y="2194915"/>
            <a:ext cx="50292" cy="30400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6" name="Shape 724"/>
          <p:cNvSpPr/>
          <p:nvPr/>
        </p:nvSpPr>
        <p:spPr>
          <a:xfrm>
            <a:off x="3337560" y="2129051"/>
            <a:ext cx="50292" cy="31058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7" name="Shape 725"/>
          <p:cNvSpPr/>
          <p:nvPr/>
        </p:nvSpPr>
        <p:spPr>
          <a:xfrm>
            <a:off x="3383280" y="2106558"/>
            <a:ext cx="50292" cy="31283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8" name="Shape 726"/>
          <p:cNvSpPr/>
          <p:nvPr/>
        </p:nvSpPr>
        <p:spPr>
          <a:xfrm>
            <a:off x="3429000" y="2113831"/>
            <a:ext cx="50292" cy="312110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9" name="Shape 727"/>
          <p:cNvSpPr/>
          <p:nvPr/>
        </p:nvSpPr>
        <p:spPr>
          <a:xfrm>
            <a:off x="3474720" y="2129698"/>
            <a:ext cx="50292" cy="31052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0" name="Shape 728"/>
          <p:cNvSpPr/>
          <p:nvPr/>
        </p:nvSpPr>
        <p:spPr>
          <a:xfrm>
            <a:off x="3520440" y="2207014"/>
            <a:ext cx="50292" cy="302792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1" name="Shape 729"/>
          <p:cNvSpPr/>
          <p:nvPr/>
        </p:nvSpPr>
        <p:spPr>
          <a:xfrm>
            <a:off x="3566160" y="2333418"/>
            <a:ext cx="50292" cy="29015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2" name="Shape 730"/>
          <p:cNvSpPr/>
          <p:nvPr/>
        </p:nvSpPr>
        <p:spPr>
          <a:xfrm>
            <a:off x="3611880" y="2445946"/>
            <a:ext cx="50292" cy="27889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3" name="Shape 731"/>
          <p:cNvSpPr/>
          <p:nvPr/>
        </p:nvSpPr>
        <p:spPr>
          <a:xfrm>
            <a:off x="3657600" y="2479406"/>
            <a:ext cx="50292" cy="27555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4" name="Shape 732"/>
          <p:cNvSpPr/>
          <p:nvPr/>
        </p:nvSpPr>
        <p:spPr>
          <a:xfrm>
            <a:off x="3703320" y="2485556"/>
            <a:ext cx="50292" cy="27493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5" name="Shape 733"/>
          <p:cNvSpPr/>
          <p:nvPr/>
        </p:nvSpPr>
        <p:spPr>
          <a:xfrm>
            <a:off x="3749040" y="2501678"/>
            <a:ext cx="50292" cy="27332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6" name="Shape 734"/>
          <p:cNvSpPr/>
          <p:nvPr/>
        </p:nvSpPr>
        <p:spPr>
          <a:xfrm>
            <a:off x="3794760" y="2507428"/>
            <a:ext cx="50292" cy="27275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7" name="Shape 735"/>
          <p:cNvSpPr/>
          <p:nvPr/>
        </p:nvSpPr>
        <p:spPr>
          <a:xfrm>
            <a:off x="3840480" y="2530259"/>
            <a:ext cx="50292" cy="270468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8" name="Shape 736"/>
          <p:cNvSpPr/>
          <p:nvPr/>
        </p:nvSpPr>
        <p:spPr>
          <a:xfrm>
            <a:off x="3886200" y="2569521"/>
            <a:ext cx="50292" cy="26654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9" name="Shape 737"/>
          <p:cNvSpPr/>
          <p:nvPr/>
        </p:nvSpPr>
        <p:spPr>
          <a:xfrm>
            <a:off x="3931920" y="2611575"/>
            <a:ext cx="50292" cy="26233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0" name="Shape 738"/>
          <p:cNvSpPr/>
          <p:nvPr/>
        </p:nvSpPr>
        <p:spPr>
          <a:xfrm>
            <a:off x="3977640" y="2653439"/>
            <a:ext cx="50292" cy="25815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1" name="Shape 739"/>
          <p:cNvSpPr/>
          <p:nvPr/>
        </p:nvSpPr>
        <p:spPr>
          <a:xfrm>
            <a:off x="4023360" y="2656080"/>
            <a:ext cx="50292" cy="25788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2" name="Shape 740"/>
          <p:cNvSpPr/>
          <p:nvPr/>
        </p:nvSpPr>
        <p:spPr>
          <a:xfrm>
            <a:off x="4069080" y="2617774"/>
            <a:ext cx="50292" cy="26171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3" name="Shape 741"/>
          <p:cNvSpPr/>
          <p:nvPr/>
        </p:nvSpPr>
        <p:spPr>
          <a:xfrm>
            <a:off x="4114800" y="2632847"/>
            <a:ext cx="50292" cy="260209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4" name="Shape 742"/>
          <p:cNvSpPr/>
          <p:nvPr/>
        </p:nvSpPr>
        <p:spPr>
          <a:xfrm>
            <a:off x="4160520" y="2695741"/>
            <a:ext cx="50292" cy="253919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5" name="Shape 743"/>
          <p:cNvSpPr/>
          <p:nvPr/>
        </p:nvSpPr>
        <p:spPr>
          <a:xfrm>
            <a:off x="4206240" y="2712646"/>
            <a:ext cx="50292" cy="252229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6" name="Shape 744"/>
          <p:cNvSpPr/>
          <p:nvPr/>
        </p:nvSpPr>
        <p:spPr>
          <a:xfrm>
            <a:off x="4251960" y="2709591"/>
            <a:ext cx="50292" cy="252534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7" name="Shape 745"/>
          <p:cNvSpPr/>
          <p:nvPr/>
        </p:nvSpPr>
        <p:spPr>
          <a:xfrm>
            <a:off x="4297680" y="2707375"/>
            <a:ext cx="50292" cy="25275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8" name="Shape 746"/>
          <p:cNvSpPr/>
          <p:nvPr/>
        </p:nvSpPr>
        <p:spPr>
          <a:xfrm>
            <a:off x="4343400" y="2653621"/>
            <a:ext cx="50292" cy="25813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9" name="Shape 747"/>
          <p:cNvSpPr/>
          <p:nvPr/>
        </p:nvSpPr>
        <p:spPr>
          <a:xfrm>
            <a:off x="4389120" y="2551009"/>
            <a:ext cx="50292" cy="26839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0" name="Shape 748"/>
          <p:cNvSpPr/>
          <p:nvPr/>
        </p:nvSpPr>
        <p:spPr>
          <a:xfrm>
            <a:off x="4434840" y="2486955"/>
            <a:ext cx="50292" cy="274798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1" name="Shape 749"/>
          <p:cNvSpPr/>
          <p:nvPr/>
        </p:nvSpPr>
        <p:spPr>
          <a:xfrm>
            <a:off x="4480560" y="2498950"/>
            <a:ext cx="50292" cy="27359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2" name="Shape 750"/>
          <p:cNvSpPr/>
          <p:nvPr/>
        </p:nvSpPr>
        <p:spPr>
          <a:xfrm>
            <a:off x="4526280" y="2557596"/>
            <a:ext cx="50292" cy="267734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3" name="Shape 751"/>
          <p:cNvSpPr/>
          <p:nvPr/>
        </p:nvSpPr>
        <p:spPr>
          <a:xfrm>
            <a:off x="4572000" y="2577461"/>
            <a:ext cx="50292" cy="265747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4" name="Shape 752"/>
          <p:cNvSpPr/>
          <p:nvPr/>
        </p:nvSpPr>
        <p:spPr>
          <a:xfrm>
            <a:off x="4617720" y="2542301"/>
            <a:ext cx="50292" cy="26926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5" name="Shape 753"/>
          <p:cNvSpPr/>
          <p:nvPr/>
        </p:nvSpPr>
        <p:spPr>
          <a:xfrm>
            <a:off x="4663440" y="2507781"/>
            <a:ext cx="50292" cy="272715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6" name="Shape 754"/>
          <p:cNvSpPr/>
          <p:nvPr/>
        </p:nvSpPr>
        <p:spPr>
          <a:xfrm>
            <a:off x="4709160" y="2480380"/>
            <a:ext cx="50292" cy="27545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7" name="Shape 755"/>
          <p:cNvSpPr/>
          <p:nvPr/>
        </p:nvSpPr>
        <p:spPr>
          <a:xfrm>
            <a:off x="4754880" y="2486700"/>
            <a:ext cx="50292" cy="27482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8" name="Shape 756"/>
          <p:cNvSpPr/>
          <p:nvPr/>
        </p:nvSpPr>
        <p:spPr>
          <a:xfrm>
            <a:off x="4800600" y="2520382"/>
            <a:ext cx="50292" cy="271455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9" name="Shape 757"/>
          <p:cNvSpPr/>
          <p:nvPr/>
        </p:nvSpPr>
        <p:spPr>
          <a:xfrm>
            <a:off x="4846320" y="2566277"/>
            <a:ext cx="50292" cy="266866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0" name="Shape 758"/>
          <p:cNvSpPr/>
          <p:nvPr/>
        </p:nvSpPr>
        <p:spPr>
          <a:xfrm>
            <a:off x="4892040" y="2649036"/>
            <a:ext cx="50292" cy="258590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1" name="Shape 759"/>
          <p:cNvSpPr/>
          <p:nvPr/>
        </p:nvSpPr>
        <p:spPr>
          <a:xfrm>
            <a:off x="4937760" y="2769735"/>
            <a:ext cx="50292" cy="24652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2" name="Shape 760"/>
          <p:cNvSpPr/>
          <p:nvPr/>
        </p:nvSpPr>
        <p:spPr>
          <a:xfrm>
            <a:off x="4983480" y="2868488"/>
            <a:ext cx="50292" cy="23664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3" name="Shape 761"/>
          <p:cNvSpPr/>
          <p:nvPr/>
        </p:nvSpPr>
        <p:spPr>
          <a:xfrm>
            <a:off x="5029200" y="2881174"/>
            <a:ext cx="50292" cy="23537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4" name="Shape 762"/>
          <p:cNvSpPr/>
          <p:nvPr/>
        </p:nvSpPr>
        <p:spPr>
          <a:xfrm>
            <a:off x="5074920" y="2820295"/>
            <a:ext cx="50292" cy="24146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5" name="Shape 763"/>
          <p:cNvSpPr/>
          <p:nvPr/>
        </p:nvSpPr>
        <p:spPr>
          <a:xfrm>
            <a:off x="5120640" y="2733095"/>
            <a:ext cx="50292" cy="250184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6" name="Shape 764"/>
          <p:cNvSpPr/>
          <p:nvPr/>
        </p:nvSpPr>
        <p:spPr>
          <a:xfrm>
            <a:off x="5166360" y="2650958"/>
            <a:ext cx="50292" cy="25839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7" name="Shape 765"/>
          <p:cNvSpPr/>
          <p:nvPr/>
        </p:nvSpPr>
        <p:spPr>
          <a:xfrm>
            <a:off x="5212080" y="2579615"/>
            <a:ext cx="50292" cy="265532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8" name="Shape 766"/>
          <p:cNvSpPr/>
          <p:nvPr/>
        </p:nvSpPr>
        <p:spPr>
          <a:xfrm>
            <a:off x="5257800" y="2531724"/>
            <a:ext cx="50292" cy="270321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9" name="Shape 767"/>
          <p:cNvSpPr/>
          <p:nvPr/>
        </p:nvSpPr>
        <p:spPr>
          <a:xfrm>
            <a:off x="5303520" y="2487479"/>
            <a:ext cx="50292" cy="274746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0" name="Shape 768"/>
          <p:cNvSpPr/>
          <p:nvPr/>
        </p:nvSpPr>
        <p:spPr>
          <a:xfrm>
            <a:off x="5349240" y="2452084"/>
            <a:ext cx="50292" cy="2782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1" name="Shape 769"/>
          <p:cNvSpPr/>
          <p:nvPr/>
        </p:nvSpPr>
        <p:spPr>
          <a:xfrm>
            <a:off x="5394960" y="2485841"/>
            <a:ext cx="50292" cy="274909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2" name="Shape 770"/>
          <p:cNvSpPr/>
          <p:nvPr/>
        </p:nvSpPr>
        <p:spPr>
          <a:xfrm>
            <a:off x="5440680" y="2573988"/>
            <a:ext cx="50292" cy="266095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3" name="Shape 771"/>
          <p:cNvSpPr/>
          <p:nvPr/>
        </p:nvSpPr>
        <p:spPr>
          <a:xfrm>
            <a:off x="5486400" y="2626604"/>
            <a:ext cx="50292" cy="260833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4" name="Shape 772"/>
          <p:cNvSpPr/>
          <p:nvPr/>
        </p:nvSpPr>
        <p:spPr>
          <a:xfrm>
            <a:off x="5532120" y="2653601"/>
            <a:ext cx="50292" cy="25813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5" name="Shape 773"/>
          <p:cNvSpPr/>
          <p:nvPr/>
        </p:nvSpPr>
        <p:spPr>
          <a:xfrm>
            <a:off x="5577840" y="2694154"/>
            <a:ext cx="50292" cy="254078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6" name="Shape 774"/>
          <p:cNvSpPr/>
          <p:nvPr/>
        </p:nvSpPr>
        <p:spPr>
          <a:xfrm>
            <a:off x="5623560" y="2707193"/>
            <a:ext cx="50292" cy="252774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7" name="Shape 775"/>
          <p:cNvSpPr/>
          <p:nvPr/>
        </p:nvSpPr>
        <p:spPr>
          <a:xfrm>
            <a:off x="5669280" y="2689528"/>
            <a:ext cx="50292" cy="25454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8" name="Shape 776"/>
          <p:cNvSpPr/>
          <p:nvPr/>
        </p:nvSpPr>
        <p:spPr>
          <a:xfrm>
            <a:off x="5715000" y="2679077"/>
            <a:ext cx="50292" cy="255586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9" name="Shape 777"/>
          <p:cNvSpPr/>
          <p:nvPr/>
        </p:nvSpPr>
        <p:spPr>
          <a:xfrm>
            <a:off x="5760720" y="2648078"/>
            <a:ext cx="50292" cy="25868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0" name="Shape 778"/>
          <p:cNvSpPr/>
          <p:nvPr/>
        </p:nvSpPr>
        <p:spPr>
          <a:xfrm>
            <a:off x="5806440" y="2586510"/>
            <a:ext cx="50292" cy="264843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1" name="Shape 779"/>
          <p:cNvSpPr/>
          <p:nvPr/>
        </p:nvSpPr>
        <p:spPr>
          <a:xfrm>
            <a:off x="5852160" y="2538551"/>
            <a:ext cx="50292" cy="26963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2" name="Shape 780"/>
          <p:cNvSpPr/>
          <p:nvPr/>
        </p:nvSpPr>
        <p:spPr>
          <a:xfrm>
            <a:off x="5897880" y="2505279"/>
            <a:ext cx="50292" cy="272966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3" name="Shape 781"/>
          <p:cNvSpPr/>
          <p:nvPr/>
        </p:nvSpPr>
        <p:spPr>
          <a:xfrm>
            <a:off x="5943600" y="2528227"/>
            <a:ext cx="50292" cy="27067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4" name="Shape 782"/>
          <p:cNvSpPr/>
          <p:nvPr/>
        </p:nvSpPr>
        <p:spPr>
          <a:xfrm>
            <a:off x="5989320" y="2608431"/>
            <a:ext cx="50292" cy="262650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5" name="Shape 783"/>
          <p:cNvSpPr/>
          <p:nvPr/>
        </p:nvSpPr>
        <p:spPr>
          <a:xfrm>
            <a:off x="6035040" y="2660774"/>
            <a:ext cx="50292" cy="257416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6" name="Shape 784"/>
          <p:cNvSpPr/>
          <p:nvPr/>
        </p:nvSpPr>
        <p:spPr>
          <a:xfrm>
            <a:off x="6080760" y="2647939"/>
            <a:ext cx="50292" cy="25870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7" name="Shape 785"/>
          <p:cNvSpPr/>
          <p:nvPr/>
        </p:nvSpPr>
        <p:spPr>
          <a:xfrm>
            <a:off x="6126480" y="2629718"/>
            <a:ext cx="50292" cy="2605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8" name="Shape 786"/>
          <p:cNvSpPr/>
          <p:nvPr/>
        </p:nvSpPr>
        <p:spPr>
          <a:xfrm>
            <a:off x="6172200" y="2641044"/>
            <a:ext cx="50292" cy="259389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9" name="Shape 787"/>
          <p:cNvSpPr/>
          <p:nvPr/>
        </p:nvSpPr>
        <p:spPr>
          <a:xfrm>
            <a:off x="6217920" y="2664207"/>
            <a:ext cx="50292" cy="25707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0" name="Shape 788"/>
          <p:cNvSpPr/>
          <p:nvPr/>
        </p:nvSpPr>
        <p:spPr>
          <a:xfrm>
            <a:off x="6263640" y="2697322"/>
            <a:ext cx="50292" cy="253761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1" name="Shape 789"/>
          <p:cNvSpPr/>
          <p:nvPr/>
        </p:nvSpPr>
        <p:spPr>
          <a:xfrm>
            <a:off x="6309360" y="2742038"/>
            <a:ext cx="50292" cy="24929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2" name="Shape 790"/>
          <p:cNvSpPr/>
          <p:nvPr/>
        </p:nvSpPr>
        <p:spPr>
          <a:xfrm>
            <a:off x="6355080" y="2792238"/>
            <a:ext cx="50292" cy="244270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3" name="Shape 791"/>
          <p:cNvSpPr/>
          <p:nvPr/>
        </p:nvSpPr>
        <p:spPr>
          <a:xfrm>
            <a:off x="6400800" y="2776719"/>
            <a:ext cx="50292" cy="245822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4" name="Shape 792"/>
          <p:cNvSpPr/>
          <p:nvPr/>
        </p:nvSpPr>
        <p:spPr>
          <a:xfrm>
            <a:off x="6446520" y="2713143"/>
            <a:ext cx="50292" cy="252179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5" name="Shape 793"/>
          <p:cNvSpPr/>
          <p:nvPr/>
        </p:nvSpPr>
        <p:spPr>
          <a:xfrm>
            <a:off x="6492240" y="2680316"/>
            <a:ext cx="50292" cy="255462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6" name="Shape 794"/>
          <p:cNvSpPr/>
          <p:nvPr/>
        </p:nvSpPr>
        <p:spPr>
          <a:xfrm>
            <a:off x="6537960" y="2671162"/>
            <a:ext cx="50292" cy="25637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7" name="Shape 795"/>
          <p:cNvSpPr/>
          <p:nvPr/>
        </p:nvSpPr>
        <p:spPr>
          <a:xfrm>
            <a:off x="6583680" y="2674951"/>
            <a:ext cx="50292" cy="255998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8" name="Shape 796"/>
          <p:cNvSpPr/>
          <p:nvPr/>
        </p:nvSpPr>
        <p:spPr>
          <a:xfrm>
            <a:off x="6629400" y="2716506"/>
            <a:ext cx="50292" cy="25184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9" name="Shape 797"/>
          <p:cNvSpPr/>
          <p:nvPr/>
        </p:nvSpPr>
        <p:spPr>
          <a:xfrm>
            <a:off x="6675120" y="2780062"/>
            <a:ext cx="50292" cy="24548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0" name="Shape 798"/>
          <p:cNvSpPr/>
          <p:nvPr/>
        </p:nvSpPr>
        <p:spPr>
          <a:xfrm>
            <a:off x="6720840" y="2846875"/>
            <a:ext cx="50292" cy="238806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1" name="Shape 799"/>
          <p:cNvSpPr/>
          <p:nvPr/>
        </p:nvSpPr>
        <p:spPr>
          <a:xfrm>
            <a:off x="6766560" y="2942547"/>
            <a:ext cx="50292" cy="229239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2" name="Shape 800"/>
          <p:cNvSpPr/>
          <p:nvPr/>
        </p:nvSpPr>
        <p:spPr>
          <a:xfrm>
            <a:off x="6812280" y="2997516"/>
            <a:ext cx="50292" cy="223742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3" name="Shape 801"/>
          <p:cNvSpPr/>
          <p:nvPr/>
        </p:nvSpPr>
        <p:spPr>
          <a:xfrm>
            <a:off x="6858000" y="2951300"/>
            <a:ext cx="50292" cy="22836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4" name="Shape 802"/>
          <p:cNvSpPr/>
          <p:nvPr/>
        </p:nvSpPr>
        <p:spPr>
          <a:xfrm>
            <a:off x="6903720" y="2830072"/>
            <a:ext cx="50292" cy="24048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5" name="Shape 803"/>
          <p:cNvSpPr/>
          <p:nvPr/>
        </p:nvSpPr>
        <p:spPr>
          <a:xfrm>
            <a:off x="6949440" y="2698109"/>
            <a:ext cx="50292" cy="25368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6" name="Shape 804"/>
          <p:cNvSpPr/>
          <p:nvPr/>
        </p:nvSpPr>
        <p:spPr>
          <a:xfrm>
            <a:off x="6995160" y="2619937"/>
            <a:ext cx="50292" cy="261500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7" name="Shape 805"/>
          <p:cNvSpPr/>
          <p:nvPr/>
        </p:nvSpPr>
        <p:spPr>
          <a:xfrm>
            <a:off x="7040880" y="2596084"/>
            <a:ext cx="50292" cy="26388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8" name="Shape 806"/>
          <p:cNvSpPr/>
          <p:nvPr/>
        </p:nvSpPr>
        <p:spPr>
          <a:xfrm>
            <a:off x="7086600" y="2606850"/>
            <a:ext cx="50292" cy="262809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9" name="Shape 807"/>
          <p:cNvSpPr/>
          <p:nvPr/>
        </p:nvSpPr>
        <p:spPr>
          <a:xfrm>
            <a:off x="7132320" y="2650507"/>
            <a:ext cx="50292" cy="25844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0" name="Shape 808"/>
          <p:cNvSpPr/>
          <p:nvPr/>
        </p:nvSpPr>
        <p:spPr>
          <a:xfrm>
            <a:off x="7178040" y="2695984"/>
            <a:ext cx="50292" cy="253895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1" name="Shape 809"/>
          <p:cNvSpPr/>
          <p:nvPr/>
        </p:nvSpPr>
        <p:spPr>
          <a:xfrm>
            <a:off x="7223760" y="2679073"/>
            <a:ext cx="50292" cy="255586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2" name="Shape 810"/>
          <p:cNvSpPr/>
          <p:nvPr/>
        </p:nvSpPr>
        <p:spPr>
          <a:xfrm>
            <a:off x="7269480" y="2605703"/>
            <a:ext cx="50292" cy="262923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3" name="Shape 811"/>
          <p:cNvSpPr/>
          <p:nvPr/>
        </p:nvSpPr>
        <p:spPr>
          <a:xfrm>
            <a:off x="7315200" y="2544798"/>
            <a:ext cx="50292" cy="269014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4" name="Shape 812"/>
          <p:cNvSpPr/>
          <p:nvPr/>
        </p:nvSpPr>
        <p:spPr>
          <a:xfrm>
            <a:off x="7360920" y="2535032"/>
            <a:ext cx="50292" cy="269990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5" name="Shape 813"/>
          <p:cNvSpPr/>
          <p:nvPr/>
        </p:nvSpPr>
        <p:spPr>
          <a:xfrm>
            <a:off x="7406640" y="2531694"/>
            <a:ext cx="50292" cy="270324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6" name="Shape 814"/>
          <p:cNvSpPr/>
          <p:nvPr/>
        </p:nvSpPr>
        <p:spPr>
          <a:xfrm>
            <a:off x="7452360" y="2488361"/>
            <a:ext cx="50292" cy="274657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7" name="Shape 815"/>
          <p:cNvSpPr/>
          <p:nvPr/>
        </p:nvSpPr>
        <p:spPr>
          <a:xfrm>
            <a:off x="7498080" y="2410862"/>
            <a:ext cx="50292" cy="282407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8" name="Shape 816"/>
          <p:cNvSpPr/>
          <p:nvPr/>
        </p:nvSpPr>
        <p:spPr>
          <a:xfrm>
            <a:off x="7543800" y="2389189"/>
            <a:ext cx="50292" cy="284575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9" name="Shape 817"/>
          <p:cNvSpPr/>
          <p:nvPr/>
        </p:nvSpPr>
        <p:spPr>
          <a:xfrm>
            <a:off x="7589520" y="2452970"/>
            <a:ext cx="50292" cy="278197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0" name="Shape 818"/>
          <p:cNvSpPr/>
          <p:nvPr/>
        </p:nvSpPr>
        <p:spPr>
          <a:xfrm>
            <a:off x="7635240" y="2510639"/>
            <a:ext cx="50292" cy="272430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1" name="Shape 819"/>
          <p:cNvSpPr/>
          <p:nvPr/>
        </p:nvSpPr>
        <p:spPr>
          <a:xfrm>
            <a:off x="7680960" y="2514148"/>
            <a:ext cx="50292" cy="272079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2" name="Shape 820"/>
          <p:cNvSpPr/>
          <p:nvPr/>
        </p:nvSpPr>
        <p:spPr>
          <a:xfrm>
            <a:off x="7726680" y="2496718"/>
            <a:ext cx="50292" cy="273822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3" name="Shape 821"/>
          <p:cNvSpPr/>
          <p:nvPr/>
        </p:nvSpPr>
        <p:spPr>
          <a:xfrm>
            <a:off x="7772400" y="2470569"/>
            <a:ext cx="50292" cy="276437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4" name="Shape 822"/>
          <p:cNvSpPr/>
          <p:nvPr/>
        </p:nvSpPr>
        <p:spPr>
          <a:xfrm>
            <a:off x="7818120" y="2459922"/>
            <a:ext cx="50292" cy="277501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5" name="Shape 823"/>
          <p:cNvSpPr/>
          <p:nvPr/>
        </p:nvSpPr>
        <p:spPr>
          <a:xfrm>
            <a:off x="7863840" y="2487801"/>
            <a:ext cx="50292" cy="274713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6" name="Shape 824"/>
          <p:cNvSpPr/>
          <p:nvPr/>
        </p:nvSpPr>
        <p:spPr>
          <a:xfrm>
            <a:off x="7909560" y="2520921"/>
            <a:ext cx="50292" cy="271401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7" name="Shape 825"/>
          <p:cNvSpPr/>
          <p:nvPr/>
        </p:nvSpPr>
        <p:spPr>
          <a:xfrm>
            <a:off x="7955280" y="2541244"/>
            <a:ext cx="50292" cy="2693696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8" name="Shape 826"/>
          <p:cNvSpPr/>
          <p:nvPr/>
        </p:nvSpPr>
        <p:spPr>
          <a:xfrm>
            <a:off x="8001000" y="2525717"/>
            <a:ext cx="50292" cy="27092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9" name="Shape 827"/>
          <p:cNvSpPr/>
          <p:nvPr/>
        </p:nvSpPr>
        <p:spPr>
          <a:xfrm>
            <a:off x="8046720" y="2522206"/>
            <a:ext cx="50292" cy="271273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0" name="Shape 828"/>
          <p:cNvSpPr/>
          <p:nvPr/>
        </p:nvSpPr>
        <p:spPr>
          <a:xfrm>
            <a:off x="8092440" y="2541558"/>
            <a:ext cx="50292" cy="269338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1" name="Shape 829"/>
          <p:cNvSpPr/>
          <p:nvPr/>
        </p:nvSpPr>
        <p:spPr>
          <a:xfrm>
            <a:off x="8138160" y="2519535"/>
            <a:ext cx="50292" cy="271540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2" name="Shape 830"/>
          <p:cNvSpPr/>
          <p:nvPr/>
        </p:nvSpPr>
        <p:spPr>
          <a:xfrm>
            <a:off x="8183880" y="2465890"/>
            <a:ext cx="50292" cy="27690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3" name="Shape 831"/>
          <p:cNvSpPr/>
          <p:nvPr/>
        </p:nvSpPr>
        <p:spPr>
          <a:xfrm>
            <a:off x="8229600" y="2406342"/>
            <a:ext cx="50292" cy="282859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4" name="Shape 832"/>
          <p:cNvSpPr/>
          <p:nvPr/>
        </p:nvSpPr>
        <p:spPr>
          <a:xfrm>
            <a:off x="8275320" y="2372505"/>
            <a:ext cx="50292" cy="286243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5" name="Shape 833"/>
          <p:cNvSpPr/>
          <p:nvPr/>
        </p:nvSpPr>
        <p:spPr>
          <a:xfrm>
            <a:off x="8321040" y="2343627"/>
            <a:ext cx="50292" cy="28913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6" name="Shape 834"/>
          <p:cNvSpPr/>
          <p:nvPr/>
        </p:nvSpPr>
        <p:spPr>
          <a:xfrm>
            <a:off x="8366760" y="2281609"/>
            <a:ext cx="50292" cy="295333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7" name="Shape 835"/>
          <p:cNvSpPr/>
          <p:nvPr/>
        </p:nvSpPr>
        <p:spPr>
          <a:xfrm>
            <a:off x="8412480" y="2211603"/>
            <a:ext cx="50292" cy="302333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8" name="Shape 836"/>
          <p:cNvSpPr/>
          <p:nvPr/>
        </p:nvSpPr>
        <p:spPr>
          <a:xfrm>
            <a:off x="8458200" y="2212707"/>
            <a:ext cx="50292" cy="302223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9" name="Shape 837"/>
          <p:cNvSpPr/>
          <p:nvPr/>
        </p:nvSpPr>
        <p:spPr>
          <a:xfrm>
            <a:off x="8503920" y="2277563"/>
            <a:ext cx="50292" cy="295737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0" name="Shape 838"/>
          <p:cNvSpPr/>
          <p:nvPr/>
        </p:nvSpPr>
        <p:spPr>
          <a:xfrm>
            <a:off x="8549640" y="2336725"/>
            <a:ext cx="50292" cy="289821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1" name="Shape 839"/>
          <p:cNvSpPr/>
          <p:nvPr/>
        </p:nvSpPr>
        <p:spPr>
          <a:xfrm>
            <a:off x="8595360" y="2402728"/>
            <a:ext cx="50292" cy="283221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2" name="Shape 840"/>
          <p:cNvSpPr/>
          <p:nvPr/>
        </p:nvSpPr>
        <p:spPr>
          <a:xfrm>
            <a:off x="8641080" y="2453325"/>
            <a:ext cx="50292" cy="2781615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3" name="Shape 841"/>
          <p:cNvSpPr/>
          <p:nvPr/>
        </p:nvSpPr>
        <p:spPr>
          <a:xfrm>
            <a:off x="8686800" y="2437717"/>
            <a:ext cx="50292" cy="279722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4" name="Shape 842"/>
          <p:cNvSpPr/>
          <p:nvPr/>
        </p:nvSpPr>
        <p:spPr>
          <a:xfrm>
            <a:off x="8732520" y="2381827"/>
            <a:ext cx="50292" cy="2853113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5" name="Shape 843"/>
          <p:cNvSpPr/>
          <p:nvPr/>
        </p:nvSpPr>
        <p:spPr>
          <a:xfrm>
            <a:off x="8778240" y="2348291"/>
            <a:ext cx="50292" cy="2886649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6" name="Shape 844"/>
          <p:cNvSpPr/>
          <p:nvPr/>
        </p:nvSpPr>
        <p:spPr>
          <a:xfrm>
            <a:off x="8823960" y="2347778"/>
            <a:ext cx="50292" cy="2887162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7" name="Shape 845"/>
          <p:cNvSpPr/>
          <p:nvPr/>
        </p:nvSpPr>
        <p:spPr>
          <a:xfrm>
            <a:off x="8869680" y="2372492"/>
            <a:ext cx="50292" cy="286244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8" name="Shape 846"/>
          <p:cNvSpPr/>
          <p:nvPr/>
        </p:nvSpPr>
        <p:spPr>
          <a:xfrm>
            <a:off x="8915400" y="2368429"/>
            <a:ext cx="50292" cy="286651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9" name="Shape 847"/>
          <p:cNvSpPr/>
          <p:nvPr/>
        </p:nvSpPr>
        <p:spPr>
          <a:xfrm>
            <a:off x="8961120" y="2351356"/>
            <a:ext cx="50292" cy="2883584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0" name="Shape 848"/>
          <p:cNvSpPr/>
          <p:nvPr/>
        </p:nvSpPr>
        <p:spPr>
          <a:xfrm>
            <a:off x="9006840" y="2357163"/>
            <a:ext cx="50292" cy="2877777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1" name="Shape 849"/>
          <p:cNvSpPr/>
          <p:nvPr/>
        </p:nvSpPr>
        <p:spPr>
          <a:xfrm>
            <a:off x="9052560" y="2346790"/>
            <a:ext cx="50292" cy="288815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2" name="Shape 850"/>
          <p:cNvSpPr/>
          <p:nvPr/>
        </p:nvSpPr>
        <p:spPr>
          <a:xfrm>
            <a:off x="9098280" y="2329089"/>
            <a:ext cx="50292" cy="2905851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3" name="Shape 851"/>
          <p:cNvSpPr/>
          <p:nvPr/>
        </p:nvSpPr>
        <p:spPr>
          <a:xfrm>
            <a:off x="0" y="3378609"/>
            <a:ext cx="50292" cy="185633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4" name="Shape 852"/>
          <p:cNvSpPr/>
          <p:nvPr/>
        </p:nvSpPr>
        <p:spPr>
          <a:xfrm>
            <a:off x="45720" y="3370339"/>
            <a:ext cx="50292" cy="18646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5" name="Shape 853"/>
          <p:cNvSpPr/>
          <p:nvPr/>
        </p:nvSpPr>
        <p:spPr>
          <a:xfrm>
            <a:off x="91440" y="3379985"/>
            <a:ext cx="50292" cy="18549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6" name="Shape 854"/>
          <p:cNvSpPr/>
          <p:nvPr/>
        </p:nvSpPr>
        <p:spPr>
          <a:xfrm>
            <a:off x="137160" y="3454074"/>
            <a:ext cx="50292" cy="178086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7" name="Shape 855"/>
          <p:cNvSpPr/>
          <p:nvPr/>
        </p:nvSpPr>
        <p:spPr>
          <a:xfrm>
            <a:off x="182880" y="3515235"/>
            <a:ext cx="50292" cy="17197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8" name="Shape 856"/>
          <p:cNvSpPr/>
          <p:nvPr/>
        </p:nvSpPr>
        <p:spPr>
          <a:xfrm>
            <a:off x="228600" y="3546325"/>
            <a:ext cx="50292" cy="16886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9" name="Shape 857"/>
          <p:cNvSpPr/>
          <p:nvPr/>
        </p:nvSpPr>
        <p:spPr>
          <a:xfrm>
            <a:off x="274320" y="3546369"/>
            <a:ext cx="50292" cy="16885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0" name="Shape 858"/>
          <p:cNvSpPr/>
          <p:nvPr/>
        </p:nvSpPr>
        <p:spPr>
          <a:xfrm>
            <a:off x="320040" y="3518134"/>
            <a:ext cx="50292" cy="171680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1" name="Shape 859"/>
          <p:cNvSpPr/>
          <p:nvPr/>
        </p:nvSpPr>
        <p:spPr>
          <a:xfrm>
            <a:off x="365760" y="3528909"/>
            <a:ext cx="50292" cy="170603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2" name="Shape 860"/>
          <p:cNvSpPr/>
          <p:nvPr/>
        </p:nvSpPr>
        <p:spPr>
          <a:xfrm>
            <a:off x="411480" y="3519910"/>
            <a:ext cx="50292" cy="17150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3" name="Shape 861"/>
          <p:cNvSpPr/>
          <p:nvPr/>
        </p:nvSpPr>
        <p:spPr>
          <a:xfrm>
            <a:off x="457200" y="3506945"/>
            <a:ext cx="50292" cy="172799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4" name="Shape 862"/>
          <p:cNvSpPr/>
          <p:nvPr/>
        </p:nvSpPr>
        <p:spPr>
          <a:xfrm>
            <a:off x="502920" y="3524090"/>
            <a:ext cx="50292" cy="17108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5" name="Shape 863"/>
          <p:cNvSpPr/>
          <p:nvPr/>
        </p:nvSpPr>
        <p:spPr>
          <a:xfrm>
            <a:off x="548640" y="3547157"/>
            <a:ext cx="50292" cy="16877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6" name="Shape 864"/>
          <p:cNvSpPr/>
          <p:nvPr/>
        </p:nvSpPr>
        <p:spPr>
          <a:xfrm>
            <a:off x="594360" y="3558917"/>
            <a:ext cx="50292" cy="16760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7" name="Shape 865"/>
          <p:cNvSpPr/>
          <p:nvPr/>
        </p:nvSpPr>
        <p:spPr>
          <a:xfrm>
            <a:off x="640080" y="3539273"/>
            <a:ext cx="50292" cy="169566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8" name="Shape 866"/>
          <p:cNvSpPr/>
          <p:nvPr/>
        </p:nvSpPr>
        <p:spPr>
          <a:xfrm>
            <a:off x="685800" y="3530884"/>
            <a:ext cx="50292" cy="170405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9" name="Shape 867"/>
          <p:cNvSpPr/>
          <p:nvPr/>
        </p:nvSpPr>
        <p:spPr>
          <a:xfrm>
            <a:off x="731520" y="3553625"/>
            <a:ext cx="50292" cy="16813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0" name="Shape 868"/>
          <p:cNvSpPr/>
          <p:nvPr/>
        </p:nvSpPr>
        <p:spPr>
          <a:xfrm>
            <a:off x="777240" y="3555143"/>
            <a:ext cx="50292" cy="16797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1" name="Shape 869"/>
          <p:cNvSpPr/>
          <p:nvPr/>
        </p:nvSpPr>
        <p:spPr>
          <a:xfrm>
            <a:off x="822960" y="3513796"/>
            <a:ext cx="50292" cy="17211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2" name="Shape 870"/>
          <p:cNvSpPr/>
          <p:nvPr/>
        </p:nvSpPr>
        <p:spPr>
          <a:xfrm>
            <a:off x="868680" y="3444865"/>
            <a:ext cx="50292" cy="179007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3" name="Shape 871"/>
          <p:cNvSpPr/>
          <p:nvPr/>
        </p:nvSpPr>
        <p:spPr>
          <a:xfrm>
            <a:off x="914400" y="3374931"/>
            <a:ext cx="50292" cy="18600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4" name="Shape 872"/>
          <p:cNvSpPr/>
          <p:nvPr/>
        </p:nvSpPr>
        <p:spPr>
          <a:xfrm>
            <a:off x="960120" y="3324620"/>
            <a:ext cx="50292" cy="19103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5" name="Shape 873"/>
          <p:cNvSpPr/>
          <p:nvPr/>
        </p:nvSpPr>
        <p:spPr>
          <a:xfrm>
            <a:off x="1005840" y="3292159"/>
            <a:ext cx="50292" cy="194278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6" name="Shape 874"/>
          <p:cNvSpPr/>
          <p:nvPr/>
        </p:nvSpPr>
        <p:spPr>
          <a:xfrm>
            <a:off x="1051560" y="3280628"/>
            <a:ext cx="50292" cy="195431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7" name="Shape 875"/>
          <p:cNvSpPr/>
          <p:nvPr/>
        </p:nvSpPr>
        <p:spPr>
          <a:xfrm>
            <a:off x="1097280" y="3309282"/>
            <a:ext cx="50292" cy="192565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8" name="Shape 876"/>
          <p:cNvSpPr/>
          <p:nvPr/>
        </p:nvSpPr>
        <p:spPr>
          <a:xfrm>
            <a:off x="1143000" y="3308303"/>
            <a:ext cx="50292" cy="19266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9" name="Shape 877"/>
          <p:cNvSpPr/>
          <p:nvPr/>
        </p:nvSpPr>
        <p:spPr>
          <a:xfrm>
            <a:off x="1188720" y="3240517"/>
            <a:ext cx="50292" cy="19944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0" name="Shape 878"/>
          <p:cNvSpPr/>
          <p:nvPr/>
        </p:nvSpPr>
        <p:spPr>
          <a:xfrm>
            <a:off x="1234440" y="3201643"/>
            <a:ext cx="50292" cy="20332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1" name="Shape 879"/>
          <p:cNvSpPr/>
          <p:nvPr/>
        </p:nvSpPr>
        <p:spPr>
          <a:xfrm>
            <a:off x="1280160" y="3225176"/>
            <a:ext cx="50292" cy="20097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2" name="Shape 880"/>
          <p:cNvSpPr/>
          <p:nvPr/>
        </p:nvSpPr>
        <p:spPr>
          <a:xfrm>
            <a:off x="1325880" y="3268056"/>
            <a:ext cx="50292" cy="196688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3" name="Shape 881"/>
          <p:cNvSpPr/>
          <p:nvPr/>
        </p:nvSpPr>
        <p:spPr>
          <a:xfrm>
            <a:off x="1371600" y="3303469"/>
            <a:ext cx="50292" cy="19314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4" name="Shape 882"/>
          <p:cNvSpPr/>
          <p:nvPr/>
        </p:nvSpPr>
        <p:spPr>
          <a:xfrm>
            <a:off x="1417320" y="3351427"/>
            <a:ext cx="50292" cy="188351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5" name="Shape 883"/>
          <p:cNvSpPr/>
          <p:nvPr/>
        </p:nvSpPr>
        <p:spPr>
          <a:xfrm>
            <a:off x="1463040" y="3417171"/>
            <a:ext cx="50292" cy="18177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6" name="Shape 884"/>
          <p:cNvSpPr/>
          <p:nvPr/>
        </p:nvSpPr>
        <p:spPr>
          <a:xfrm>
            <a:off x="1508760" y="3513415"/>
            <a:ext cx="50292" cy="17215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7" name="Shape 885"/>
          <p:cNvSpPr/>
          <p:nvPr/>
        </p:nvSpPr>
        <p:spPr>
          <a:xfrm>
            <a:off x="1554480" y="3618175"/>
            <a:ext cx="50292" cy="161676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8" name="Shape 886"/>
          <p:cNvSpPr/>
          <p:nvPr/>
        </p:nvSpPr>
        <p:spPr>
          <a:xfrm>
            <a:off x="1600200" y="3666041"/>
            <a:ext cx="50292" cy="156889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9" name="Shape 887"/>
          <p:cNvSpPr/>
          <p:nvPr/>
        </p:nvSpPr>
        <p:spPr>
          <a:xfrm>
            <a:off x="1645920" y="3628431"/>
            <a:ext cx="50292" cy="16065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0" name="Shape 888"/>
          <p:cNvSpPr/>
          <p:nvPr/>
        </p:nvSpPr>
        <p:spPr>
          <a:xfrm>
            <a:off x="1691640" y="3582990"/>
            <a:ext cx="50292" cy="16519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1" name="Shape 889"/>
          <p:cNvSpPr/>
          <p:nvPr/>
        </p:nvSpPr>
        <p:spPr>
          <a:xfrm>
            <a:off x="1737360" y="3589842"/>
            <a:ext cx="50292" cy="16450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2" name="Shape 890"/>
          <p:cNvSpPr/>
          <p:nvPr/>
        </p:nvSpPr>
        <p:spPr>
          <a:xfrm>
            <a:off x="1783080" y="3613766"/>
            <a:ext cx="50292" cy="16211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3" name="Shape 891"/>
          <p:cNvSpPr/>
          <p:nvPr/>
        </p:nvSpPr>
        <p:spPr>
          <a:xfrm>
            <a:off x="1828800" y="3593244"/>
            <a:ext cx="50292" cy="164169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4" name="Shape 892"/>
          <p:cNvSpPr/>
          <p:nvPr/>
        </p:nvSpPr>
        <p:spPr>
          <a:xfrm>
            <a:off x="1874520" y="3562394"/>
            <a:ext cx="50292" cy="167254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5" name="Shape 893"/>
          <p:cNvSpPr/>
          <p:nvPr/>
        </p:nvSpPr>
        <p:spPr>
          <a:xfrm>
            <a:off x="1920240" y="3535747"/>
            <a:ext cx="50292" cy="169919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6" name="Shape 894"/>
          <p:cNvSpPr/>
          <p:nvPr/>
        </p:nvSpPr>
        <p:spPr>
          <a:xfrm>
            <a:off x="1965960" y="3456777"/>
            <a:ext cx="50292" cy="17781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7" name="Shape 895"/>
          <p:cNvSpPr/>
          <p:nvPr/>
        </p:nvSpPr>
        <p:spPr>
          <a:xfrm>
            <a:off x="2011680" y="3424058"/>
            <a:ext cx="50292" cy="18108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8" name="Shape 896"/>
          <p:cNvSpPr/>
          <p:nvPr/>
        </p:nvSpPr>
        <p:spPr>
          <a:xfrm>
            <a:off x="2057400" y="3427146"/>
            <a:ext cx="50292" cy="18077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9" name="Shape 897"/>
          <p:cNvSpPr/>
          <p:nvPr/>
        </p:nvSpPr>
        <p:spPr>
          <a:xfrm>
            <a:off x="2103120" y="3438793"/>
            <a:ext cx="50292" cy="179614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0" name="Shape 898"/>
          <p:cNvSpPr/>
          <p:nvPr/>
        </p:nvSpPr>
        <p:spPr>
          <a:xfrm>
            <a:off x="2148840" y="3520036"/>
            <a:ext cx="50292" cy="1714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1" name="Shape 899"/>
          <p:cNvSpPr/>
          <p:nvPr/>
        </p:nvSpPr>
        <p:spPr>
          <a:xfrm>
            <a:off x="2194560" y="3657471"/>
            <a:ext cx="50292" cy="15774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2" name="Shape 900"/>
          <p:cNvSpPr/>
          <p:nvPr/>
        </p:nvSpPr>
        <p:spPr>
          <a:xfrm>
            <a:off x="2240280" y="3766125"/>
            <a:ext cx="50292" cy="146881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3" name="Shape 901"/>
          <p:cNvSpPr/>
          <p:nvPr/>
        </p:nvSpPr>
        <p:spPr>
          <a:xfrm>
            <a:off x="2286000" y="3765753"/>
            <a:ext cx="50292" cy="146918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4" name="Shape 902"/>
          <p:cNvSpPr/>
          <p:nvPr/>
        </p:nvSpPr>
        <p:spPr>
          <a:xfrm>
            <a:off x="2331720" y="3729149"/>
            <a:ext cx="50292" cy="15057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5" name="Shape 903"/>
          <p:cNvSpPr/>
          <p:nvPr/>
        </p:nvSpPr>
        <p:spPr>
          <a:xfrm>
            <a:off x="2377440" y="3721639"/>
            <a:ext cx="50292" cy="15133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6" name="Shape 904"/>
          <p:cNvSpPr/>
          <p:nvPr/>
        </p:nvSpPr>
        <p:spPr>
          <a:xfrm>
            <a:off x="2423160" y="3725481"/>
            <a:ext cx="50292" cy="15094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7" name="Shape 905"/>
          <p:cNvSpPr/>
          <p:nvPr/>
        </p:nvSpPr>
        <p:spPr>
          <a:xfrm>
            <a:off x="2468880" y="3752905"/>
            <a:ext cx="50292" cy="148203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8" name="Shape 906"/>
          <p:cNvSpPr/>
          <p:nvPr/>
        </p:nvSpPr>
        <p:spPr>
          <a:xfrm>
            <a:off x="2514600" y="3788093"/>
            <a:ext cx="50292" cy="144684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9" name="Shape 907"/>
          <p:cNvSpPr/>
          <p:nvPr/>
        </p:nvSpPr>
        <p:spPr>
          <a:xfrm>
            <a:off x="2560320" y="3818621"/>
            <a:ext cx="50292" cy="14163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0" name="Shape 908"/>
          <p:cNvSpPr/>
          <p:nvPr/>
        </p:nvSpPr>
        <p:spPr>
          <a:xfrm>
            <a:off x="2606040" y="3855615"/>
            <a:ext cx="50292" cy="13793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1" name="Shape 909"/>
          <p:cNvSpPr/>
          <p:nvPr/>
        </p:nvSpPr>
        <p:spPr>
          <a:xfrm>
            <a:off x="2651760" y="3869398"/>
            <a:ext cx="50292" cy="136554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2" name="Shape 910"/>
          <p:cNvSpPr/>
          <p:nvPr/>
        </p:nvSpPr>
        <p:spPr>
          <a:xfrm>
            <a:off x="2697480" y="3852497"/>
            <a:ext cx="50292" cy="13824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3" name="Shape 911"/>
          <p:cNvSpPr/>
          <p:nvPr/>
        </p:nvSpPr>
        <p:spPr>
          <a:xfrm>
            <a:off x="2743200" y="3890335"/>
            <a:ext cx="50292" cy="13446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4" name="Shape 912"/>
          <p:cNvSpPr/>
          <p:nvPr/>
        </p:nvSpPr>
        <p:spPr>
          <a:xfrm>
            <a:off x="2788920" y="3969621"/>
            <a:ext cx="50292" cy="12653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5" name="Shape 913"/>
          <p:cNvSpPr/>
          <p:nvPr/>
        </p:nvSpPr>
        <p:spPr>
          <a:xfrm>
            <a:off x="2834640" y="3989072"/>
            <a:ext cx="50292" cy="124586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6" name="Shape 914"/>
          <p:cNvSpPr/>
          <p:nvPr/>
        </p:nvSpPr>
        <p:spPr>
          <a:xfrm>
            <a:off x="2880360" y="3976122"/>
            <a:ext cx="50292" cy="12588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7" name="Shape 915"/>
          <p:cNvSpPr/>
          <p:nvPr/>
        </p:nvSpPr>
        <p:spPr>
          <a:xfrm>
            <a:off x="2926080" y="3954300"/>
            <a:ext cx="50292" cy="12806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8" name="Shape 916"/>
          <p:cNvSpPr/>
          <p:nvPr/>
        </p:nvSpPr>
        <p:spPr>
          <a:xfrm>
            <a:off x="2971800" y="3866317"/>
            <a:ext cx="50292" cy="13686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9" name="Shape 917"/>
          <p:cNvSpPr/>
          <p:nvPr/>
        </p:nvSpPr>
        <p:spPr>
          <a:xfrm>
            <a:off x="3017520" y="3711537"/>
            <a:ext cx="50292" cy="1523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0" name="Shape 918"/>
          <p:cNvSpPr/>
          <p:nvPr/>
        </p:nvSpPr>
        <p:spPr>
          <a:xfrm>
            <a:off x="3063240" y="3579242"/>
            <a:ext cx="50292" cy="16556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1" name="Shape 919"/>
          <p:cNvSpPr/>
          <p:nvPr/>
        </p:nvSpPr>
        <p:spPr>
          <a:xfrm>
            <a:off x="3108960" y="3517857"/>
            <a:ext cx="50292" cy="17170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2" name="Shape 920"/>
          <p:cNvSpPr/>
          <p:nvPr/>
        </p:nvSpPr>
        <p:spPr>
          <a:xfrm>
            <a:off x="3154680" y="3524499"/>
            <a:ext cx="50292" cy="171044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3" name="Shape 921"/>
          <p:cNvSpPr/>
          <p:nvPr/>
        </p:nvSpPr>
        <p:spPr>
          <a:xfrm>
            <a:off x="3200400" y="3527263"/>
            <a:ext cx="50292" cy="170767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4" name="Shape 922"/>
          <p:cNvSpPr/>
          <p:nvPr/>
        </p:nvSpPr>
        <p:spPr>
          <a:xfrm>
            <a:off x="3246120" y="3498537"/>
            <a:ext cx="50292" cy="1736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5" name="Shape 923"/>
          <p:cNvSpPr/>
          <p:nvPr/>
        </p:nvSpPr>
        <p:spPr>
          <a:xfrm>
            <a:off x="3291840" y="3470282"/>
            <a:ext cx="50292" cy="176465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6" name="Shape 924"/>
          <p:cNvSpPr/>
          <p:nvPr/>
        </p:nvSpPr>
        <p:spPr>
          <a:xfrm>
            <a:off x="3337560" y="3427224"/>
            <a:ext cx="50292" cy="18077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7" name="Shape 925"/>
          <p:cNvSpPr/>
          <p:nvPr/>
        </p:nvSpPr>
        <p:spPr>
          <a:xfrm>
            <a:off x="3383280" y="3398438"/>
            <a:ext cx="50292" cy="183650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8" name="Shape 926"/>
          <p:cNvSpPr/>
          <p:nvPr/>
        </p:nvSpPr>
        <p:spPr>
          <a:xfrm>
            <a:off x="3429000" y="3386654"/>
            <a:ext cx="50292" cy="184828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9" name="Shape 927"/>
          <p:cNvSpPr/>
          <p:nvPr/>
        </p:nvSpPr>
        <p:spPr>
          <a:xfrm>
            <a:off x="3474720" y="3379533"/>
            <a:ext cx="50292" cy="18554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0" name="Shape 928"/>
          <p:cNvSpPr/>
          <p:nvPr/>
        </p:nvSpPr>
        <p:spPr>
          <a:xfrm>
            <a:off x="3520440" y="3405124"/>
            <a:ext cx="50292" cy="18298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1" name="Shape 929"/>
          <p:cNvSpPr/>
          <p:nvPr/>
        </p:nvSpPr>
        <p:spPr>
          <a:xfrm>
            <a:off x="3566160" y="3468100"/>
            <a:ext cx="50292" cy="17668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2" name="Shape 930"/>
          <p:cNvSpPr/>
          <p:nvPr/>
        </p:nvSpPr>
        <p:spPr>
          <a:xfrm>
            <a:off x="3611880" y="3511071"/>
            <a:ext cx="50292" cy="172386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3" name="Shape 931"/>
          <p:cNvSpPr/>
          <p:nvPr/>
        </p:nvSpPr>
        <p:spPr>
          <a:xfrm>
            <a:off x="3657600" y="3470785"/>
            <a:ext cx="50292" cy="17641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4" name="Shape 932"/>
          <p:cNvSpPr/>
          <p:nvPr/>
        </p:nvSpPr>
        <p:spPr>
          <a:xfrm>
            <a:off x="3703320" y="3367211"/>
            <a:ext cx="50292" cy="18677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5" name="Shape 933"/>
          <p:cNvSpPr/>
          <p:nvPr/>
        </p:nvSpPr>
        <p:spPr>
          <a:xfrm>
            <a:off x="3749040" y="3256849"/>
            <a:ext cx="50292" cy="19780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6" name="Shape 934"/>
          <p:cNvSpPr/>
          <p:nvPr/>
        </p:nvSpPr>
        <p:spPr>
          <a:xfrm>
            <a:off x="3794760" y="3171518"/>
            <a:ext cx="50292" cy="206342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7" name="Shape 935"/>
          <p:cNvSpPr/>
          <p:nvPr/>
        </p:nvSpPr>
        <p:spPr>
          <a:xfrm>
            <a:off x="3840480" y="3109829"/>
            <a:ext cx="50292" cy="21251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8" name="Shape 936"/>
          <p:cNvSpPr/>
          <p:nvPr/>
        </p:nvSpPr>
        <p:spPr>
          <a:xfrm>
            <a:off x="3886200" y="3081524"/>
            <a:ext cx="50292" cy="215341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9" name="Shape 937"/>
          <p:cNvSpPr/>
          <p:nvPr/>
        </p:nvSpPr>
        <p:spPr>
          <a:xfrm>
            <a:off x="3931920" y="3065650"/>
            <a:ext cx="50292" cy="216929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0" name="Shape 938"/>
          <p:cNvSpPr/>
          <p:nvPr/>
        </p:nvSpPr>
        <p:spPr>
          <a:xfrm>
            <a:off x="3977640" y="3064346"/>
            <a:ext cx="50292" cy="21705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1" name="Shape 939"/>
          <p:cNvSpPr/>
          <p:nvPr/>
        </p:nvSpPr>
        <p:spPr>
          <a:xfrm>
            <a:off x="4023360" y="3133262"/>
            <a:ext cx="50292" cy="210167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2" name="Shape 940"/>
          <p:cNvSpPr/>
          <p:nvPr/>
        </p:nvSpPr>
        <p:spPr>
          <a:xfrm>
            <a:off x="4069080" y="3244537"/>
            <a:ext cx="50292" cy="19904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3" name="Shape 941"/>
          <p:cNvSpPr/>
          <p:nvPr/>
        </p:nvSpPr>
        <p:spPr>
          <a:xfrm>
            <a:off x="4114800" y="3297348"/>
            <a:ext cx="50292" cy="193759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4" name="Shape 942"/>
          <p:cNvSpPr/>
          <p:nvPr/>
        </p:nvSpPr>
        <p:spPr>
          <a:xfrm>
            <a:off x="4160520" y="3311562"/>
            <a:ext cx="50292" cy="192337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5" name="Shape 943"/>
          <p:cNvSpPr/>
          <p:nvPr/>
        </p:nvSpPr>
        <p:spPr>
          <a:xfrm>
            <a:off x="4206240" y="3341503"/>
            <a:ext cx="50292" cy="18934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6" name="Shape 944"/>
          <p:cNvSpPr/>
          <p:nvPr/>
        </p:nvSpPr>
        <p:spPr>
          <a:xfrm>
            <a:off x="4251960" y="3348911"/>
            <a:ext cx="50292" cy="18860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7" name="Shape 945"/>
          <p:cNvSpPr/>
          <p:nvPr/>
        </p:nvSpPr>
        <p:spPr>
          <a:xfrm>
            <a:off x="4297680" y="3330783"/>
            <a:ext cx="50292" cy="190415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8" name="Shape 946"/>
          <p:cNvSpPr/>
          <p:nvPr/>
        </p:nvSpPr>
        <p:spPr>
          <a:xfrm>
            <a:off x="4343400" y="3331742"/>
            <a:ext cx="50292" cy="19031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9" name="Shape 947"/>
          <p:cNvSpPr/>
          <p:nvPr/>
        </p:nvSpPr>
        <p:spPr>
          <a:xfrm>
            <a:off x="4389120" y="3326051"/>
            <a:ext cx="50292" cy="19088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0" name="Shape 948"/>
          <p:cNvSpPr/>
          <p:nvPr/>
        </p:nvSpPr>
        <p:spPr>
          <a:xfrm>
            <a:off x="4434840" y="3302212"/>
            <a:ext cx="50292" cy="19327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1" name="Shape 949"/>
          <p:cNvSpPr/>
          <p:nvPr/>
        </p:nvSpPr>
        <p:spPr>
          <a:xfrm>
            <a:off x="4480560" y="3299672"/>
            <a:ext cx="50292" cy="193526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2" name="Shape 950"/>
          <p:cNvSpPr/>
          <p:nvPr/>
        </p:nvSpPr>
        <p:spPr>
          <a:xfrm>
            <a:off x="4526280" y="3302251"/>
            <a:ext cx="50292" cy="19326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3" name="Shape 951"/>
          <p:cNvSpPr/>
          <p:nvPr/>
        </p:nvSpPr>
        <p:spPr>
          <a:xfrm>
            <a:off x="4572000" y="3339197"/>
            <a:ext cx="50292" cy="18957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4" name="Shape 952"/>
          <p:cNvSpPr/>
          <p:nvPr/>
        </p:nvSpPr>
        <p:spPr>
          <a:xfrm>
            <a:off x="4617720" y="3407045"/>
            <a:ext cx="50292" cy="182789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5" name="Shape 953"/>
          <p:cNvSpPr/>
          <p:nvPr/>
        </p:nvSpPr>
        <p:spPr>
          <a:xfrm>
            <a:off x="4663440" y="3421586"/>
            <a:ext cx="50292" cy="181335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6" name="Shape 954"/>
          <p:cNvSpPr/>
          <p:nvPr/>
        </p:nvSpPr>
        <p:spPr>
          <a:xfrm>
            <a:off x="4709160" y="3359517"/>
            <a:ext cx="50292" cy="18754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7" name="Shape 955"/>
          <p:cNvSpPr/>
          <p:nvPr/>
        </p:nvSpPr>
        <p:spPr>
          <a:xfrm>
            <a:off x="4754880" y="3300335"/>
            <a:ext cx="50292" cy="193460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8" name="Shape 956"/>
          <p:cNvSpPr/>
          <p:nvPr/>
        </p:nvSpPr>
        <p:spPr>
          <a:xfrm>
            <a:off x="4800600" y="3286281"/>
            <a:ext cx="50292" cy="19486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9" name="Shape 957"/>
          <p:cNvSpPr/>
          <p:nvPr/>
        </p:nvSpPr>
        <p:spPr>
          <a:xfrm>
            <a:off x="4846320" y="3291658"/>
            <a:ext cx="50292" cy="19432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0" name="Shape 958"/>
          <p:cNvSpPr/>
          <p:nvPr/>
        </p:nvSpPr>
        <p:spPr>
          <a:xfrm>
            <a:off x="4892040" y="3306720"/>
            <a:ext cx="50292" cy="19282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1" name="Shape 959"/>
          <p:cNvSpPr/>
          <p:nvPr/>
        </p:nvSpPr>
        <p:spPr>
          <a:xfrm>
            <a:off x="4937760" y="3328377"/>
            <a:ext cx="50292" cy="19065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2" name="Shape 960"/>
          <p:cNvSpPr/>
          <p:nvPr/>
        </p:nvSpPr>
        <p:spPr>
          <a:xfrm>
            <a:off x="4983480" y="3344257"/>
            <a:ext cx="50292" cy="18906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3" name="Shape 961"/>
          <p:cNvSpPr/>
          <p:nvPr/>
        </p:nvSpPr>
        <p:spPr>
          <a:xfrm>
            <a:off x="5029200" y="3273176"/>
            <a:ext cx="50292" cy="19617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4" name="Shape 962"/>
          <p:cNvSpPr/>
          <p:nvPr/>
        </p:nvSpPr>
        <p:spPr>
          <a:xfrm>
            <a:off x="5074920" y="3146012"/>
            <a:ext cx="50292" cy="20889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5" name="Shape 963"/>
          <p:cNvSpPr/>
          <p:nvPr/>
        </p:nvSpPr>
        <p:spPr>
          <a:xfrm>
            <a:off x="5120640" y="3070696"/>
            <a:ext cx="50292" cy="21642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6" name="Shape 964"/>
          <p:cNvSpPr/>
          <p:nvPr/>
        </p:nvSpPr>
        <p:spPr>
          <a:xfrm>
            <a:off x="5166360" y="3041036"/>
            <a:ext cx="50292" cy="2193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7" name="Shape 965"/>
          <p:cNvSpPr/>
          <p:nvPr/>
        </p:nvSpPr>
        <p:spPr>
          <a:xfrm>
            <a:off x="5212080" y="3032867"/>
            <a:ext cx="50292" cy="22020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8" name="Shape 966"/>
          <p:cNvSpPr/>
          <p:nvPr/>
        </p:nvSpPr>
        <p:spPr>
          <a:xfrm>
            <a:off x="5257800" y="3068688"/>
            <a:ext cx="50292" cy="216625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9" name="Shape 967"/>
          <p:cNvSpPr/>
          <p:nvPr/>
        </p:nvSpPr>
        <p:spPr>
          <a:xfrm>
            <a:off x="5303520" y="3139246"/>
            <a:ext cx="50292" cy="20956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0" name="Shape 968"/>
          <p:cNvSpPr/>
          <p:nvPr/>
        </p:nvSpPr>
        <p:spPr>
          <a:xfrm>
            <a:off x="5349240" y="3222906"/>
            <a:ext cx="50292" cy="201203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1" name="Shape 969"/>
          <p:cNvSpPr/>
          <p:nvPr/>
        </p:nvSpPr>
        <p:spPr>
          <a:xfrm>
            <a:off x="5394960" y="3330865"/>
            <a:ext cx="50292" cy="190407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2" name="Shape 970"/>
          <p:cNvSpPr/>
          <p:nvPr/>
        </p:nvSpPr>
        <p:spPr>
          <a:xfrm>
            <a:off x="5440680" y="3384144"/>
            <a:ext cx="50292" cy="185079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3" name="Shape 971"/>
          <p:cNvSpPr/>
          <p:nvPr/>
        </p:nvSpPr>
        <p:spPr>
          <a:xfrm>
            <a:off x="5486400" y="3336229"/>
            <a:ext cx="50292" cy="18987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4" name="Shape 972"/>
          <p:cNvSpPr/>
          <p:nvPr/>
        </p:nvSpPr>
        <p:spPr>
          <a:xfrm>
            <a:off x="5532120" y="3234451"/>
            <a:ext cx="50292" cy="200048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5" name="Shape 973"/>
          <p:cNvSpPr/>
          <p:nvPr/>
        </p:nvSpPr>
        <p:spPr>
          <a:xfrm>
            <a:off x="5577840" y="3144985"/>
            <a:ext cx="50292" cy="20899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6" name="Shape 974"/>
          <p:cNvSpPr/>
          <p:nvPr/>
        </p:nvSpPr>
        <p:spPr>
          <a:xfrm>
            <a:off x="5623560" y="3115903"/>
            <a:ext cx="50292" cy="21190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7" name="Shape 975"/>
          <p:cNvSpPr/>
          <p:nvPr/>
        </p:nvSpPr>
        <p:spPr>
          <a:xfrm>
            <a:off x="5669280" y="3130821"/>
            <a:ext cx="50292" cy="210411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8" name="Shape 976"/>
          <p:cNvSpPr/>
          <p:nvPr/>
        </p:nvSpPr>
        <p:spPr>
          <a:xfrm>
            <a:off x="5715000" y="3169460"/>
            <a:ext cx="50292" cy="206548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9" name="Shape 977"/>
          <p:cNvSpPr/>
          <p:nvPr/>
        </p:nvSpPr>
        <p:spPr>
          <a:xfrm>
            <a:off x="5760720" y="3238741"/>
            <a:ext cx="50292" cy="199619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0" name="Shape 978"/>
          <p:cNvSpPr/>
          <p:nvPr/>
        </p:nvSpPr>
        <p:spPr>
          <a:xfrm>
            <a:off x="5806440" y="3307710"/>
            <a:ext cx="50292" cy="19272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1" name="Shape 979"/>
          <p:cNvSpPr/>
          <p:nvPr/>
        </p:nvSpPr>
        <p:spPr>
          <a:xfrm>
            <a:off x="5852160" y="3306217"/>
            <a:ext cx="50292" cy="192872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2" name="Shape 980"/>
          <p:cNvSpPr/>
          <p:nvPr/>
        </p:nvSpPr>
        <p:spPr>
          <a:xfrm>
            <a:off x="5897880" y="3247808"/>
            <a:ext cx="50292" cy="19871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3" name="Shape 981"/>
          <p:cNvSpPr/>
          <p:nvPr/>
        </p:nvSpPr>
        <p:spPr>
          <a:xfrm>
            <a:off x="5943600" y="3219790"/>
            <a:ext cx="50292" cy="201515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4" name="Shape 982"/>
          <p:cNvSpPr/>
          <p:nvPr/>
        </p:nvSpPr>
        <p:spPr>
          <a:xfrm>
            <a:off x="5989320" y="3259037"/>
            <a:ext cx="50292" cy="197590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5" name="Shape 983"/>
          <p:cNvSpPr/>
          <p:nvPr/>
        </p:nvSpPr>
        <p:spPr>
          <a:xfrm>
            <a:off x="6035040" y="3286996"/>
            <a:ext cx="50292" cy="19479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6" name="Shape 984"/>
          <p:cNvSpPr/>
          <p:nvPr/>
        </p:nvSpPr>
        <p:spPr>
          <a:xfrm>
            <a:off x="6080760" y="3242307"/>
            <a:ext cx="50292" cy="199263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7" name="Shape 985"/>
          <p:cNvSpPr/>
          <p:nvPr/>
        </p:nvSpPr>
        <p:spPr>
          <a:xfrm>
            <a:off x="6126480" y="3144603"/>
            <a:ext cx="50292" cy="209033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8" name="Shape 986"/>
          <p:cNvSpPr/>
          <p:nvPr/>
        </p:nvSpPr>
        <p:spPr>
          <a:xfrm>
            <a:off x="6172200" y="3107357"/>
            <a:ext cx="50292" cy="212758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9" name="Shape 987"/>
          <p:cNvSpPr/>
          <p:nvPr/>
        </p:nvSpPr>
        <p:spPr>
          <a:xfrm>
            <a:off x="6217920" y="3158485"/>
            <a:ext cx="50292" cy="20764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0" name="Shape 988"/>
          <p:cNvSpPr/>
          <p:nvPr/>
        </p:nvSpPr>
        <p:spPr>
          <a:xfrm>
            <a:off x="6263640" y="3188933"/>
            <a:ext cx="50292" cy="20460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1" name="Shape 989"/>
          <p:cNvSpPr/>
          <p:nvPr/>
        </p:nvSpPr>
        <p:spPr>
          <a:xfrm>
            <a:off x="6309360" y="3169708"/>
            <a:ext cx="50292" cy="20652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2" name="Shape 990"/>
          <p:cNvSpPr/>
          <p:nvPr/>
        </p:nvSpPr>
        <p:spPr>
          <a:xfrm>
            <a:off x="6355080" y="3162279"/>
            <a:ext cx="50292" cy="207266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" name="Shape 991"/>
          <p:cNvSpPr/>
          <p:nvPr/>
        </p:nvSpPr>
        <p:spPr>
          <a:xfrm>
            <a:off x="6400800" y="3177585"/>
            <a:ext cx="50292" cy="205735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4" name="Shape 992"/>
          <p:cNvSpPr/>
          <p:nvPr/>
        </p:nvSpPr>
        <p:spPr>
          <a:xfrm>
            <a:off x="6446520" y="3218605"/>
            <a:ext cx="50292" cy="201633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5" name="Shape 993"/>
          <p:cNvSpPr/>
          <p:nvPr/>
        </p:nvSpPr>
        <p:spPr>
          <a:xfrm>
            <a:off x="6492240" y="3286042"/>
            <a:ext cx="50292" cy="194889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6" name="Shape 994"/>
          <p:cNvSpPr/>
          <p:nvPr/>
        </p:nvSpPr>
        <p:spPr>
          <a:xfrm>
            <a:off x="6537960" y="3334314"/>
            <a:ext cx="50292" cy="190062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7" name="Shape 995"/>
          <p:cNvSpPr/>
          <p:nvPr/>
        </p:nvSpPr>
        <p:spPr>
          <a:xfrm>
            <a:off x="6583680" y="3352539"/>
            <a:ext cx="50292" cy="18824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8" name="Shape 996"/>
          <p:cNvSpPr/>
          <p:nvPr/>
        </p:nvSpPr>
        <p:spPr>
          <a:xfrm>
            <a:off x="6629400" y="3330700"/>
            <a:ext cx="50292" cy="190424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9" name="Shape 997"/>
          <p:cNvSpPr/>
          <p:nvPr/>
        </p:nvSpPr>
        <p:spPr>
          <a:xfrm>
            <a:off x="6675120" y="3326069"/>
            <a:ext cx="50292" cy="190887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0" name="Shape 998"/>
          <p:cNvSpPr/>
          <p:nvPr/>
        </p:nvSpPr>
        <p:spPr>
          <a:xfrm>
            <a:off x="6720840" y="3341891"/>
            <a:ext cx="50292" cy="189304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1" name="Shape 999"/>
          <p:cNvSpPr/>
          <p:nvPr/>
        </p:nvSpPr>
        <p:spPr>
          <a:xfrm>
            <a:off x="6766560" y="3305464"/>
            <a:ext cx="50292" cy="192947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2" name="Shape 1000"/>
          <p:cNvSpPr/>
          <p:nvPr/>
        </p:nvSpPr>
        <p:spPr>
          <a:xfrm>
            <a:off x="6812280" y="3242233"/>
            <a:ext cx="50292" cy="19927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3" name="Shape 1001"/>
          <p:cNvSpPr/>
          <p:nvPr/>
        </p:nvSpPr>
        <p:spPr>
          <a:xfrm>
            <a:off x="6858000" y="3188708"/>
            <a:ext cx="50292" cy="20462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4" name="Shape 1002"/>
          <p:cNvSpPr/>
          <p:nvPr/>
        </p:nvSpPr>
        <p:spPr>
          <a:xfrm>
            <a:off x="6903720" y="3167510"/>
            <a:ext cx="50292" cy="206743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5" name="Shape 1003"/>
          <p:cNvSpPr/>
          <p:nvPr/>
        </p:nvSpPr>
        <p:spPr>
          <a:xfrm>
            <a:off x="6949440" y="3145020"/>
            <a:ext cx="50292" cy="2089920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6" name="Shape 1004"/>
          <p:cNvSpPr/>
          <p:nvPr/>
        </p:nvSpPr>
        <p:spPr>
          <a:xfrm>
            <a:off x="6995160" y="3076984"/>
            <a:ext cx="50292" cy="215795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7" name="Shape 1005"/>
          <p:cNvSpPr/>
          <p:nvPr/>
        </p:nvSpPr>
        <p:spPr>
          <a:xfrm>
            <a:off x="7040880" y="2992388"/>
            <a:ext cx="50292" cy="224255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8" name="Shape 1006"/>
          <p:cNvSpPr/>
          <p:nvPr/>
        </p:nvSpPr>
        <p:spPr>
          <a:xfrm>
            <a:off x="7086600" y="2978429"/>
            <a:ext cx="50292" cy="22565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9" name="Shape 1007"/>
          <p:cNvSpPr/>
          <p:nvPr/>
        </p:nvSpPr>
        <p:spPr>
          <a:xfrm>
            <a:off x="7132320" y="3033233"/>
            <a:ext cx="50292" cy="220170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0" name="Shape 1008"/>
          <p:cNvSpPr/>
          <p:nvPr/>
        </p:nvSpPr>
        <p:spPr>
          <a:xfrm>
            <a:off x="7178040" y="3093701"/>
            <a:ext cx="50292" cy="214123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1" name="Shape 1009"/>
          <p:cNvSpPr/>
          <p:nvPr/>
        </p:nvSpPr>
        <p:spPr>
          <a:xfrm>
            <a:off x="7223760" y="3171639"/>
            <a:ext cx="50292" cy="20633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2" name="Shape 1010"/>
          <p:cNvSpPr/>
          <p:nvPr/>
        </p:nvSpPr>
        <p:spPr>
          <a:xfrm>
            <a:off x="7269480" y="3231796"/>
            <a:ext cx="50292" cy="200314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3" name="Shape 1011"/>
          <p:cNvSpPr/>
          <p:nvPr/>
        </p:nvSpPr>
        <p:spPr>
          <a:xfrm>
            <a:off x="7315200" y="3205567"/>
            <a:ext cx="50292" cy="20293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4" name="Shape 1012"/>
          <p:cNvSpPr/>
          <p:nvPr/>
        </p:nvSpPr>
        <p:spPr>
          <a:xfrm>
            <a:off x="7360920" y="3113429"/>
            <a:ext cx="50292" cy="21215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5" name="Shape 1013"/>
          <p:cNvSpPr/>
          <p:nvPr/>
        </p:nvSpPr>
        <p:spPr>
          <a:xfrm>
            <a:off x="7406640" y="3030022"/>
            <a:ext cx="50292" cy="22049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6" name="Shape 1014"/>
          <p:cNvSpPr/>
          <p:nvPr/>
        </p:nvSpPr>
        <p:spPr>
          <a:xfrm>
            <a:off x="7452360" y="2987206"/>
            <a:ext cx="50292" cy="224773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7" name="Shape 1015"/>
          <p:cNvSpPr/>
          <p:nvPr/>
        </p:nvSpPr>
        <p:spPr>
          <a:xfrm>
            <a:off x="7498080" y="2987401"/>
            <a:ext cx="50292" cy="224753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8" name="Shape 1016"/>
          <p:cNvSpPr/>
          <p:nvPr/>
        </p:nvSpPr>
        <p:spPr>
          <a:xfrm>
            <a:off x="7543800" y="2965036"/>
            <a:ext cx="50292" cy="22699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9" name="Shape 1017"/>
          <p:cNvSpPr/>
          <p:nvPr/>
        </p:nvSpPr>
        <p:spPr>
          <a:xfrm>
            <a:off x="7589520" y="2936766"/>
            <a:ext cx="50292" cy="22981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0" name="Shape 1018"/>
          <p:cNvSpPr/>
          <p:nvPr/>
        </p:nvSpPr>
        <p:spPr>
          <a:xfrm>
            <a:off x="7635240" y="2950749"/>
            <a:ext cx="50292" cy="22841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1" name="Shape 1019"/>
          <p:cNvSpPr/>
          <p:nvPr/>
        </p:nvSpPr>
        <p:spPr>
          <a:xfrm>
            <a:off x="7680960" y="2963638"/>
            <a:ext cx="50292" cy="227130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2" name="Shape 1020"/>
          <p:cNvSpPr/>
          <p:nvPr/>
        </p:nvSpPr>
        <p:spPr>
          <a:xfrm>
            <a:off x="7726680" y="2964166"/>
            <a:ext cx="50292" cy="227077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3" name="Shape 1021"/>
          <p:cNvSpPr/>
          <p:nvPr/>
        </p:nvSpPr>
        <p:spPr>
          <a:xfrm>
            <a:off x="7772400" y="2960367"/>
            <a:ext cx="50292" cy="227457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4" name="Shape 1022"/>
          <p:cNvSpPr/>
          <p:nvPr/>
        </p:nvSpPr>
        <p:spPr>
          <a:xfrm>
            <a:off x="7818120" y="2963446"/>
            <a:ext cx="50292" cy="22714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5" name="Shape 1023"/>
          <p:cNvSpPr/>
          <p:nvPr/>
        </p:nvSpPr>
        <p:spPr>
          <a:xfrm>
            <a:off x="7863840" y="2964112"/>
            <a:ext cx="50292" cy="22708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6" name="Shape 1024"/>
          <p:cNvSpPr/>
          <p:nvPr/>
        </p:nvSpPr>
        <p:spPr>
          <a:xfrm>
            <a:off x="7909560" y="2954522"/>
            <a:ext cx="50292" cy="22804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7" name="Shape 1025"/>
          <p:cNvSpPr/>
          <p:nvPr/>
        </p:nvSpPr>
        <p:spPr>
          <a:xfrm>
            <a:off x="7955280" y="2962181"/>
            <a:ext cx="50292" cy="227275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8" name="Shape 1026"/>
          <p:cNvSpPr/>
          <p:nvPr/>
        </p:nvSpPr>
        <p:spPr>
          <a:xfrm>
            <a:off x="8001000" y="2945777"/>
            <a:ext cx="50292" cy="228916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9" name="Shape 1027"/>
          <p:cNvSpPr/>
          <p:nvPr/>
        </p:nvSpPr>
        <p:spPr>
          <a:xfrm>
            <a:off x="8046720" y="2903129"/>
            <a:ext cx="50292" cy="233181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0" name="Shape 1028"/>
          <p:cNvSpPr/>
          <p:nvPr/>
        </p:nvSpPr>
        <p:spPr>
          <a:xfrm>
            <a:off x="8092440" y="2886615"/>
            <a:ext cx="50292" cy="234832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1" name="Shape 1029"/>
          <p:cNvSpPr/>
          <p:nvPr/>
        </p:nvSpPr>
        <p:spPr>
          <a:xfrm>
            <a:off x="8138160" y="2872711"/>
            <a:ext cx="50292" cy="236222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2" name="Shape 1030"/>
          <p:cNvSpPr/>
          <p:nvPr/>
        </p:nvSpPr>
        <p:spPr>
          <a:xfrm>
            <a:off x="8183880" y="2819836"/>
            <a:ext cx="50292" cy="241510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3" name="Shape 1031"/>
          <p:cNvSpPr/>
          <p:nvPr/>
        </p:nvSpPr>
        <p:spPr>
          <a:xfrm>
            <a:off x="8229600" y="2808455"/>
            <a:ext cx="50292" cy="242648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4" name="Shape 1032"/>
          <p:cNvSpPr/>
          <p:nvPr/>
        </p:nvSpPr>
        <p:spPr>
          <a:xfrm>
            <a:off x="8275320" y="2889976"/>
            <a:ext cx="50292" cy="23449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5" name="Shape 1033"/>
          <p:cNvSpPr/>
          <p:nvPr/>
        </p:nvSpPr>
        <p:spPr>
          <a:xfrm>
            <a:off x="8321040" y="2954843"/>
            <a:ext cx="50292" cy="228009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6" name="Shape 1034"/>
          <p:cNvSpPr/>
          <p:nvPr/>
        </p:nvSpPr>
        <p:spPr>
          <a:xfrm>
            <a:off x="8366760" y="2932655"/>
            <a:ext cx="50292" cy="230228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7" name="Shape 1035"/>
          <p:cNvSpPr/>
          <p:nvPr/>
        </p:nvSpPr>
        <p:spPr>
          <a:xfrm>
            <a:off x="8412480" y="2898763"/>
            <a:ext cx="50292" cy="2336177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8" name="Shape 1036"/>
          <p:cNvSpPr/>
          <p:nvPr/>
        </p:nvSpPr>
        <p:spPr>
          <a:xfrm>
            <a:off x="8458200" y="2921097"/>
            <a:ext cx="50292" cy="2313843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9" name="Shape 1037"/>
          <p:cNvSpPr/>
          <p:nvPr/>
        </p:nvSpPr>
        <p:spPr>
          <a:xfrm>
            <a:off x="8503920" y="2990634"/>
            <a:ext cx="50292" cy="2244306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0" name="Shape 1038"/>
          <p:cNvSpPr/>
          <p:nvPr/>
        </p:nvSpPr>
        <p:spPr>
          <a:xfrm>
            <a:off x="8549640" y="3063531"/>
            <a:ext cx="50292" cy="2171409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1" name="Shape 1039"/>
          <p:cNvSpPr/>
          <p:nvPr/>
        </p:nvSpPr>
        <p:spPr>
          <a:xfrm>
            <a:off x="8595360" y="3093249"/>
            <a:ext cx="50292" cy="214169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2" name="Shape 1040"/>
          <p:cNvSpPr/>
          <p:nvPr/>
        </p:nvSpPr>
        <p:spPr>
          <a:xfrm>
            <a:off x="8641080" y="3111058"/>
            <a:ext cx="50292" cy="212388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3" name="Shape 1041"/>
          <p:cNvSpPr/>
          <p:nvPr/>
        </p:nvSpPr>
        <p:spPr>
          <a:xfrm>
            <a:off x="8686800" y="3138879"/>
            <a:ext cx="50292" cy="209606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4" name="Shape 1042"/>
          <p:cNvSpPr/>
          <p:nvPr/>
        </p:nvSpPr>
        <p:spPr>
          <a:xfrm>
            <a:off x="8732520" y="3175595"/>
            <a:ext cx="50292" cy="2059345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5" name="Shape 1043"/>
          <p:cNvSpPr/>
          <p:nvPr/>
        </p:nvSpPr>
        <p:spPr>
          <a:xfrm>
            <a:off x="8778240" y="3205712"/>
            <a:ext cx="50292" cy="202922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6" name="Shape 1044"/>
          <p:cNvSpPr/>
          <p:nvPr/>
        </p:nvSpPr>
        <p:spPr>
          <a:xfrm>
            <a:off x="8823960" y="3215802"/>
            <a:ext cx="50292" cy="201913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7" name="Shape 1045"/>
          <p:cNvSpPr/>
          <p:nvPr/>
        </p:nvSpPr>
        <p:spPr>
          <a:xfrm>
            <a:off x="8869680" y="3258446"/>
            <a:ext cx="50292" cy="197649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8" name="Shape 1046"/>
          <p:cNvSpPr/>
          <p:nvPr/>
        </p:nvSpPr>
        <p:spPr>
          <a:xfrm>
            <a:off x="8915400" y="3303722"/>
            <a:ext cx="50292" cy="1931218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9" name="Shape 1047"/>
          <p:cNvSpPr/>
          <p:nvPr/>
        </p:nvSpPr>
        <p:spPr>
          <a:xfrm>
            <a:off x="8961120" y="3317208"/>
            <a:ext cx="50292" cy="1917732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0" name="Shape 1048"/>
          <p:cNvSpPr/>
          <p:nvPr/>
        </p:nvSpPr>
        <p:spPr>
          <a:xfrm>
            <a:off x="9006840" y="3362916"/>
            <a:ext cx="50292" cy="187202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1" name="Shape 1049"/>
          <p:cNvSpPr/>
          <p:nvPr/>
        </p:nvSpPr>
        <p:spPr>
          <a:xfrm>
            <a:off x="9052560" y="3437139"/>
            <a:ext cx="50292" cy="1797801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2" name="Shape 1050"/>
          <p:cNvSpPr/>
          <p:nvPr/>
        </p:nvSpPr>
        <p:spPr>
          <a:xfrm>
            <a:off x="9098280" y="3456576"/>
            <a:ext cx="50292" cy="1778364"/>
          </a:xfrm>
          <a:prstGeom prst="rect">
            <a:avLst/>
          </a:prstGeom>
          <a:solidFill>
            <a:srgbClr val="0D1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3" name="Shape 1051"/>
          <p:cNvSpPr/>
          <p:nvPr/>
        </p:nvSpPr>
        <p:spPr>
          <a:xfrm>
            <a:off x="0" y="4347037"/>
            <a:ext cx="50292" cy="8879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4" name="Shape 1052"/>
          <p:cNvSpPr/>
          <p:nvPr/>
        </p:nvSpPr>
        <p:spPr>
          <a:xfrm>
            <a:off x="45720" y="4348536"/>
            <a:ext cx="50292" cy="8864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5" name="Shape 1053"/>
          <p:cNvSpPr/>
          <p:nvPr/>
        </p:nvSpPr>
        <p:spPr>
          <a:xfrm>
            <a:off x="91440" y="4384048"/>
            <a:ext cx="50292" cy="8508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6" name="Shape 1054"/>
          <p:cNvSpPr/>
          <p:nvPr/>
        </p:nvSpPr>
        <p:spPr>
          <a:xfrm>
            <a:off x="137160" y="4470750"/>
            <a:ext cx="50292" cy="7641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7" name="Shape 1055"/>
          <p:cNvSpPr/>
          <p:nvPr/>
        </p:nvSpPr>
        <p:spPr>
          <a:xfrm>
            <a:off x="182880" y="4568622"/>
            <a:ext cx="50292" cy="66631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8" name="Shape 1056"/>
          <p:cNvSpPr/>
          <p:nvPr/>
        </p:nvSpPr>
        <p:spPr>
          <a:xfrm>
            <a:off x="228600" y="4593490"/>
            <a:ext cx="50292" cy="6414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9" name="Shape 1057"/>
          <p:cNvSpPr/>
          <p:nvPr/>
        </p:nvSpPr>
        <p:spPr>
          <a:xfrm>
            <a:off x="274320" y="4517103"/>
            <a:ext cx="50292" cy="71783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0" name="Shape 1058"/>
          <p:cNvSpPr/>
          <p:nvPr/>
        </p:nvSpPr>
        <p:spPr>
          <a:xfrm>
            <a:off x="320040" y="4437028"/>
            <a:ext cx="50292" cy="7979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1" name="Shape 1059"/>
          <p:cNvSpPr/>
          <p:nvPr/>
        </p:nvSpPr>
        <p:spPr>
          <a:xfrm>
            <a:off x="365760" y="4430542"/>
            <a:ext cx="50292" cy="80439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2" name="Shape 1060"/>
          <p:cNvSpPr/>
          <p:nvPr/>
        </p:nvSpPr>
        <p:spPr>
          <a:xfrm>
            <a:off x="411480" y="4454614"/>
            <a:ext cx="50292" cy="780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3" name="Shape 1061"/>
          <p:cNvSpPr/>
          <p:nvPr/>
        </p:nvSpPr>
        <p:spPr>
          <a:xfrm>
            <a:off x="457200" y="4426450"/>
            <a:ext cx="50292" cy="8084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4" name="Shape 1062"/>
          <p:cNvSpPr/>
          <p:nvPr/>
        </p:nvSpPr>
        <p:spPr>
          <a:xfrm>
            <a:off x="502920" y="4377395"/>
            <a:ext cx="50292" cy="8575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5" name="Shape 1063"/>
          <p:cNvSpPr/>
          <p:nvPr/>
        </p:nvSpPr>
        <p:spPr>
          <a:xfrm>
            <a:off x="548640" y="4325362"/>
            <a:ext cx="50292" cy="90957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6" name="Shape 1064"/>
          <p:cNvSpPr/>
          <p:nvPr/>
        </p:nvSpPr>
        <p:spPr>
          <a:xfrm>
            <a:off x="594360" y="4207909"/>
            <a:ext cx="50292" cy="102703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7" name="Shape 1065"/>
          <p:cNvSpPr/>
          <p:nvPr/>
        </p:nvSpPr>
        <p:spPr>
          <a:xfrm>
            <a:off x="640080" y="4133339"/>
            <a:ext cx="50292" cy="110160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8" name="Shape 1066"/>
          <p:cNvSpPr/>
          <p:nvPr/>
        </p:nvSpPr>
        <p:spPr>
          <a:xfrm>
            <a:off x="685800" y="4090819"/>
            <a:ext cx="50292" cy="11441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9" name="Shape 1067"/>
          <p:cNvSpPr/>
          <p:nvPr/>
        </p:nvSpPr>
        <p:spPr>
          <a:xfrm>
            <a:off x="731520" y="4047815"/>
            <a:ext cx="50292" cy="11871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0" name="Shape 1068"/>
          <p:cNvSpPr/>
          <p:nvPr/>
        </p:nvSpPr>
        <p:spPr>
          <a:xfrm>
            <a:off x="777240" y="4064990"/>
            <a:ext cx="50292" cy="11699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1" name="Shape 1069"/>
          <p:cNvSpPr/>
          <p:nvPr/>
        </p:nvSpPr>
        <p:spPr>
          <a:xfrm>
            <a:off x="822960" y="4133643"/>
            <a:ext cx="50292" cy="11012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2" name="Shape 1070"/>
          <p:cNvSpPr/>
          <p:nvPr/>
        </p:nvSpPr>
        <p:spPr>
          <a:xfrm>
            <a:off x="868680" y="4186369"/>
            <a:ext cx="50292" cy="10485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3" name="Shape 1071"/>
          <p:cNvSpPr/>
          <p:nvPr/>
        </p:nvSpPr>
        <p:spPr>
          <a:xfrm>
            <a:off x="914400" y="4155246"/>
            <a:ext cx="50292" cy="107969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4" name="Shape 1072"/>
          <p:cNvSpPr/>
          <p:nvPr/>
        </p:nvSpPr>
        <p:spPr>
          <a:xfrm>
            <a:off x="960120" y="4112255"/>
            <a:ext cx="50292" cy="112268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5" name="Shape 1073"/>
          <p:cNvSpPr/>
          <p:nvPr/>
        </p:nvSpPr>
        <p:spPr>
          <a:xfrm>
            <a:off x="1005840" y="4103913"/>
            <a:ext cx="50292" cy="11310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6" name="Shape 1074"/>
          <p:cNvSpPr/>
          <p:nvPr/>
        </p:nvSpPr>
        <p:spPr>
          <a:xfrm>
            <a:off x="1051560" y="4091572"/>
            <a:ext cx="50292" cy="11433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7" name="Shape 1075"/>
          <p:cNvSpPr/>
          <p:nvPr/>
        </p:nvSpPr>
        <p:spPr>
          <a:xfrm>
            <a:off x="1097280" y="4088364"/>
            <a:ext cx="50292" cy="11465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8" name="Shape 1076"/>
          <p:cNvSpPr/>
          <p:nvPr/>
        </p:nvSpPr>
        <p:spPr>
          <a:xfrm>
            <a:off x="1143000" y="4085654"/>
            <a:ext cx="50292" cy="114928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9" name="Shape 1077"/>
          <p:cNvSpPr/>
          <p:nvPr/>
        </p:nvSpPr>
        <p:spPr>
          <a:xfrm>
            <a:off x="1188720" y="4073985"/>
            <a:ext cx="50292" cy="116095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0" name="Shape 1078"/>
          <p:cNvSpPr/>
          <p:nvPr/>
        </p:nvSpPr>
        <p:spPr>
          <a:xfrm>
            <a:off x="1234440" y="4066295"/>
            <a:ext cx="50292" cy="11686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1" name="Shape 1079"/>
          <p:cNvSpPr/>
          <p:nvPr/>
        </p:nvSpPr>
        <p:spPr>
          <a:xfrm>
            <a:off x="1280160" y="4032883"/>
            <a:ext cx="50292" cy="12020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2" name="Shape 1080"/>
          <p:cNvSpPr/>
          <p:nvPr/>
        </p:nvSpPr>
        <p:spPr>
          <a:xfrm>
            <a:off x="1325880" y="3972537"/>
            <a:ext cx="50292" cy="12624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3" name="Shape 1081"/>
          <p:cNvSpPr/>
          <p:nvPr/>
        </p:nvSpPr>
        <p:spPr>
          <a:xfrm>
            <a:off x="1371600" y="3984473"/>
            <a:ext cx="50292" cy="1250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4" name="Shape 1082"/>
          <p:cNvSpPr/>
          <p:nvPr/>
        </p:nvSpPr>
        <p:spPr>
          <a:xfrm>
            <a:off x="1417320" y="4059437"/>
            <a:ext cx="50292" cy="11755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5" name="Shape 1083"/>
          <p:cNvSpPr/>
          <p:nvPr/>
        </p:nvSpPr>
        <p:spPr>
          <a:xfrm>
            <a:off x="1463040" y="4090821"/>
            <a:ext cx="50292" cy="11441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6" name="Shape 1084"/>
          <p:cNvSpPr/>
          <p:nvPr/>
        </p:nvSpPr>
        <p:spPr>
          <a:xfrm>
            <a:off x="1508760" y="4106276"/>
            <a:ext cx="50292" cy="11286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7" name="Shape 1085"/>
          <p:cNvSpPr/>
          <p:nvPr/>
        </p:nvSpPr>
        <p:spPr>
          <a:xfrm>
            <a:off x="1554480" y="4124793"/>
            <a:ext cx="50292" cy="111014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8" name="Shape 1086"/>
          <p:cNvSpPr/>
          <p:nvPr/>
        </p:nvSpPr>
        <p:spPr>
          <a:xfrm>
            <a:off x="1600200" y="4077109"/>
            <a:ext cx="50292" cy="115783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9" name="Shape 1087"/>
          <p:cNvSpPr/>
          <p:nvPr/>
        </p:nvSpPr>
        <p:spPr>
          <a:xfrm>
            <a:off x="1645920" y="3961895"/>
            <a:ext cx="50292" cy="12730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0" name="Shape 1088"/>
          <p:cNvSpPr/>
          <p:nvPr/>
        </p:nvSpPr>
        <p:spPr>
          <a:xfrm>
            <a:off x="1691640" y="3876237"/>
            <a:ext cx="50292" cy="135870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1" name="Shape 1089"/>
          <p:cNvSpPr/>
          <p:nvPr/>
        </p:nvSpPr>
        <p:spPr>
          <a:xfrm>
            <a:off x="1737360" y="3864536"/>
            <a:ext cx="50292" cy="13704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2" name="Shape 1090"/>
          <p:cNvSpPr/>
          <p:nvPr/>
        </p:nvSpPr>
        <p:spPr>
          <a:xfrm>
            <a:off x="1783080" y="3913183"/>
            <a:ext cx="50292" cy="13217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3" name="Shape 1091"/>
          <p:cNvSpPr/>
          <p:nvPr/>
        </p:nvSpPr>
        <p:spPr>
          <a:xfrm>
            <a:off x="1828800" y="3941872"/>
            <a:ext cx="50292" cy="12930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4" name="Shape 1092"/>
          <p:cNvSpPr/>
          <p:nvPr/>
        </p:nvSpPr>
        <p:spPr>
          <a:xfrm>
            <a:off x="1874520" y="3928133"/>
            <a:ext cx="50292" cy="13068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5" name="Shape 1093"/>
          <p:cNvSpPr/>
          <p:nvPr/>
        </p:nvSpPr>
        <p:spPr>
          <a:xfrm>
            <a:off x="1920240" y="3916383"/>
            <a:ext cx="50292" cy="13185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6" name="Shape 1094"/>
          <p:cNvSpPr/>
          <p:nvPr/>
        </p:nvSpPr>
        <p:spPr>
          <a:xfrm>
            <a:off x="1965960" y="3895641"/>
            <a:ext cx="50292" cy="13392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7" name="Shape 1095"/>
          <p:cNvSpPr/>
          <p:nvPr/>
        </p:nvSpPr>
        <p:spPr>
          <a:xfrm>
            <a:off x="2011680" y="3897690"/>
            <a:ext cx="50292" cy="133725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8" name="Shape 1096"/>
          <p:cNvSpPr/>
          <p:nvPr/>
        </p:nvSpPr>
        <p:spPr>
          <a:xfrm>
            <a:off x="2057400" y="3927760"/>
            <a:ext cx="50292" cy="13071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9" name="Shape 1097"/>
          <p:cNvSpPr/>
          <p:nvPr/>
        </p:nvSpPr>
        <p:spPr>
          <a:xfrm>
            <a:off x="2103120" y="3976428"/>
            <a:ext cx="50292" cy="12585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0" name="Shape 1098"/>
          <p:cNvSpPr/>
          <p:nvPr/>
        </p:nvSpPr>
        <p:spPr>
          <a:xfrm>
            <a:off x="2148840" y="4073592"/>
            <a:ext cx="50292" cy="11613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1" name="Shape 1099"/>
          <p:cNvSpPr/>
          <p:nvPr/>
        </p:nvSpPr>
        <p:spPr>
          <a:xfrm>
            <a:off x="2194560" y="4216105"/>
            <a:ext cx="50292" cy="101883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2" name="Shape 1100"/>
          <p:cNvSpPr/>
          <p:nvPr/>
        </p:nvSpPr>
        <p:spPr>
          <a:xfrm>
            <a:off x="2240280" y="4326272"/>
            <a:ext cx="50292" cy="9086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3" name="Shape 1101"/>
          <p:cNvSpPr/>
          <p:nvPr/>
        </p:nvSpPr>
        <p:spPr>
          <a:xfrm>
            <a:off x="2286000" y="4321095"/>
            <a:ext cx="50292" cy="91384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4" name="Shape 1102"/>
          <p:cNvSpPr/>
          <p:nvPr/>
        </p:nvSpPr>
        <p:spPr>
          <a:xfrm>
            <a:off x="2331720" y="4218413"/>
            <a:ext cx="50292" cy="1016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5" name="Shape 1103"/>
          <p:cNvSpPr/>
          <p:nvPr/>
        </p:nvSpPr>
        <p:spPr>
          <a:xfrm>
            <a:off x="2377440" y="4087423"/>
            <a:ext cx="50292" cy="114751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6" name="Shape 1104"/>
          <p:cNvSpPr/>
          <p:nvPr/>
        </p:nvSpPr>
        <p:spPr>
          <a:xfrm>
            <a:off x="2423160" y="3977330"/>
            <a:ext cx="50292" cy="125761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7" name="Shape 1105"/>
          <p:cNvSpPr/>
          <p:nvPr/>
        </p:nvSpPr>
        <p:spPr>
          <a:xfrm>
            <a:off x="2468880" y="3898007"/>
            <a:ext cx="50292" cy="133693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8" name="Shape 1106"/>
          <p:cNvSpPr/>
          <p:nvPr/>
        </p:nvSpPr>
        <p:spPr>
          <a:xfrm>
            <a:off x="2514600" y="3863614"/>
            <a:ext cx="50292" cy="1371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9" name="Shape 1107"/>
          <p:cNvSpPr/>
          <p:nvPr/>
        </p:nvSpPr>
        <p:spPr>
          <a:xfrm>
            <a:off x="2560320" y="3846324"/>
            <a:ext cx="50292" cy="13886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0" name="Shape 1108"/>
          <p:cNvSpPr/>
          <p:nvPr/>
        </p:nvSpPr>
        <p:spPr>
          <a:xfrm>
            <a:off x="2606040" y="3841792"/>
            <a:ext cx="50292" cy="13931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1" name="Shape 1109"/>
          <p:cNvSpPr/>
          <p:nvPr/>
        </p:nvSpPr>
        <p:spPr>
          <a:xfrm>
            <a:off x="2651760" y="3906367"/>
            <a:ext cx="50292" cy="132857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2" name="Shape 1110"/>
          <p:cNvSpPr/>
          <p:nvPr/>
        </p:nvSpPr>
        <p:spPr>
          <a:xfrm>
            <a:off x="2697480" y="4004973"/>
            <a:ext cx="50292" cy="12299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3" name="Shape 1111"/>
          <p:cNvSpPr/>
          <p:nvPr/>
        </p:nvSpPr>
        <p:spPr>
          <a:xfrm>
            <a:off x="2743200" y="4025413"/>
            <a:ext cx="50292" cy="1209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4" name="Shape 1112"/>
          <p:cNvSpPr/>
          <p:nvPr/>
        </p:nvSpPr>
        <p:spPr>
          <a:xfrm>
            <a:off x="2788920" y="3998898"/>
            <a:ext cx="50292" cy="123604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5" name="Shape 1113"/>
          <p:cNvSpPr/>
          <p:nvPr/>
        </p:nvSpPr>
        <p:spPr>
          <a:xfrm>
            <a:off x="2834640" y="4002140"/>
            <a:ext cx="50292" cy="12328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6" name="Shape 1114"/>
          <p:cNvSpPr/>
          <p:nvPr/>
        </p:nvSpPr>
        <p:spPr>
          <a:xfrm>
            <a:off x="2880360" y="3994644"/>
            <a:ext cx="50292" cy="12402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7" name="Shape 1115"/>
          <p:cNvSpPr/>
          <p:nvPr/>
        </p:nvSpPr>
        <p:spPr>
          <a:xfrm>
            <a:off x="2926080" y="3962925"/>
            <a:ext cx="50292" cy="127201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8" name="Shape 1116"/>
          <p:cNvSpPr/>
          <p:nvPr/>
        </p:nvSpPr>
        <p:spPr>
          <a:xfrm>
            <a:off x="2971800" y="3951757"/>
            <a:ext cx="50292" cy="12831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9" name="Shape 1117"/>
          <p:cNvSpPr/>
          <p:nvPr/>
        </p:nvSpPr>
        <p:spPr>
          <a:xfrm>
            <a:off x="3017520" y="3939864"/>
            <a:ext cx="50292" cy="12950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0" name="Shape 1118"/>
          <p:cNvSpPr/>
          <p:nvPr/>
        </p:nvSpPr>
        <p:spPr>
          <a:xfrm>
            <a:off x="3063240" y="3913836"/>
            <a:ext cx="50292" cy="13211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1" name="Shape 1119"/>
          <p:cNvSpPr/>
          <p:nvPr/>
        </p:nvSpPr>
        <p:spPr>
          <a:xfrm>
            <a:off x="3108960" y="3902827"/>
            <a:ext cx="50292" cy="133211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2" name="Shape 1120"/>
          <p:cNvSpPr/>
          <p:nvPr/>
        </p:nvSpPr>
        <p:spPr>
          <a:xfrm>
            <a:off x="3154680" y="3887679"/>
            <a:ext cx="50292" cy="134726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3" name="Shape 1121"/>
          <p:cNvSpPr/>
          <p:nvPr/>
        </p:nvSpPr>
        <p:spPr>
          <a:xfrm>
            <a:off x="3200400" y="3917543"/>
            <a:ext cx="50292" cy="13173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4" name="Shape 1122"/>
          <p:cNvSpPr/>
          <p:nvPr/>
        </p:nvSpPr>
        <p:spPr>
          <a:xfrm>
            <a:off x="3246120" y="4004343"/>
            <a:ext cx="50292" cy="12305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5" name="Shape 1123"/>
          <p:cNvSpPr/>
          <p:nvPr/>
        </p:nvSpPr>
        <p:spPr>
          <a:xfrm>
            <a:off x="3291840" y="4052117"/>
            <a:ext cx="50292" cy="11828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6" name="Shape 1124"/>
          <p:cNvSpPr/>
          <p:nvPr/>
        </p:nvSpPr>
        <p:spPr>
          <a:xfrm>
            <a:off x="3337560" y="4015935"/>
            <a:ext cx="50292" cy="12190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7" name="Shape 1125"/>
          <p:cNvSpPr/>
          <p:nvPr/>
        </p:nvSpPr>
        <p:spPr>
          <a:xfrm>
            <a:off x="3383280" y="3968448"/>
            <a:ext cx="50292" cy="12664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8" name="Shape 1126"/>
          <p:cNvSpPr/>
          <p:nvPr/>
        </p:nvSpPr>
        <p:spPr>
          <a:xfrm>
            <a:off x="3429000" y="3957520"/>
            <a:ext cx="50292" cy="127742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9" name="Shape 1127"/>
          <p:cNvSpPr/>
          <p:nvPr/>
        </p:nvSpPr>
        <p:spPr>
          <a:xfrm>
            <a:off x="3474720" y="3963103"/>
            <a:ext cx="50292" cy="127183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0" name="Shape 1128"/>
          <p:cNvSpPr/>
          <p:nvPr/>
        </p:nvSpPr>
        <p:spPr>
          <a:xfrm>
            <a:off x="3520440" y="3977413"/>
            <a:ext cx="50292" cy="12575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1" name="Shape 1129"/>
          <p:cNvSpPr/>
          <p:nvPr/>
        </p:nvSpPr>
        <p:spPr>
          <a:xfrm>
            <a:off x="3566160" y="3997560"/>
            <a:ext cx="50292" cy="12373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2" name="Shape 1130"/>
          <p:cNvSpPr/>
          <p:nvPr/>
        </p:nvSpPr>
        <p:spPr>
          <a:xfrm>
            <a:off x="3611880" y="4016277"/>
            <a:ext cx="50292" cy="121866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3" name="Shape 1131"/>
          <p:cNvSpPr/>
          <p:nvPr/>
        </p:nvSpPr>
        <p:spPr>
          <a:xfrm>
            <a:off x="3657600" y="3954956"/>
            <a:ext cx="50292" cy="127998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4" name="Shape 1132"/>
          <p:cNvSpPr/>
          <p:nvPr/>
        </p:nvSpPr>
        <p:spPr>
          <a:xfrm>
            <a:off x="3703320" y="3842258"/>
            <a:ext cx="50292" cy="139268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5" name="Shape 1133"/>
          <p:cNvSpPr/>
          <p:nvPr/>
        </p:nvSpPr>
        <p:spPr>
          <a:xfrm>
            <a:off x="3749040" y="3770721"/>
            <a:ext cx="50292" cy="14642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6" name="Shape 1134"/>
          <p:cNvSpPr/>
          <p:nvPr/>
        </p:nvSpPr>
        <p:spPr>
          <a:xfrm>
            <a:off x="3794760" y="3725191"/>
            <a:ext cx="50292" cy="150974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7" name="Shape 1135"/>
          <p:cNvSpPr/>
          <p:nvPr/>
        </p:nvSpPr>
        <p:spPr>
          <a:xfrm>
            <a:off x="3840480" y="3691102"/>
            <a:ext cx="50292" cy="154383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8" name="Shape 1136"/>
          <p:cNvSpPr/>
          <p:nvPr/>
        </p:nvSpPr>
        <p:spPr>
          <a:xfrm>
            <a:off x="3886200" y="3705426"/>
            <a:ext cx="50292" cy="15295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9" name="Shape 1137"/>
          <p:cNvSpPr/>
          <p:nvPr/>
        </p:nvSpPr>
        <p:spPr>
          <a:xfrm>
            <a:off x="3931920" y="3754040"/>
            <a:ext cx="50292" cy="14809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0" name="Shape 1138"/>
          <p:cNvSpPr/>
          <p:nvPr/>
        </p:nvSpPr>
        <p:spPr>
          <a:xfrm>
            <a:off x="3977640" y="3806455"/>
            <a:ext cx="50292" cy="142848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1" name="Shape 1139"/>
          <p:cNvSpPr/>
          <p:nvPr/>
        </p:nvSpPr>
        <p:spPr>
          <a:xfrm>
            <a:off x="4023360" y="3895335"/>
            <a:ext cx="50292" cy="13396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2" name="Shape 1140"/>
          <p:cNvSpPr/>
          <p:nvPr/>
        </p:nvSpPr>
        <p:spPr>
          <a:xfrm>
            <a:off x="4069080" y="3955593"/>
            <a:ext cx="50292" cy="127934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3" name="Shape 1141"/>
          <p:cNvSpPr/>
          <p:nvPr/>
        </p:nvSpPr>
        <p:spPr>
          <a:xfrm>
            <a:off x="4114800" y="3933838"/>
            <a:ext cx="50292" cy="13011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4" name="Shape 1142"/>
          <p:cNvSpPr/>
          <p:nvPr/>
        </p:nvSpPr>
        <p:spPr>
          <a:xfrm>
            <a:off x="4160520" y="3861101"/>
            <a:ext cx="50292" cy="137383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5" name="Shape 1143"/>
          <p:cNvSpPr/>
          <p:nvPr/>
        </p:nvSpPr>
        <p:spPr>
          <a:xfrm>
            <a:off x="4206240" y="3788776"/>
            <a:ext cx="50292" cy="14461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6" name="Shape 1144"/>
          <p:cNvSpPr/>
          <p:nvPr/>
        </p:nvSpPr>
        <p:spPr>
          <a:xfrm>
            <a:off x="4251960" y="3762326"/>
            <a:ext cx="50292" cy="14726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7" name="Shape 1145"/>
          <p:cNvSpPr/>
          <p:nvPr/>
        </p:nvSpPr>
        <p:spPr>
          <a:xfrm>
            <a:off x="4297680" y="3771880"/>
            <a:ext cx="50292" cy="146306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8" name="Shape 1146"/>
          <p:cNvSpPr/>
          <p:nvPr/>
        </p:nvSpPr>
        <p:spPr>
          <a:xfrm>
            <a:off x="4343400" y="3808333"/>
            <a:ext cx="50292" cy="14266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9" name="Shape 1147"/>
          <p:cNvSpPr/>
          <p:nvPr/>
        </p:nvSpPr>
        <p:spPr>
          <a:xfrm>
            <a:off x="4389120" y="3883128"/>
            <a:ext cx="50292" cy="13518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0" name="Shape 1148"/>
          <p:cNvSpPr/>
          <p:nvPr/>
        </p:nvSpPr>
        <p:spPr>
          <a:xfrm>
            <a:off x="4434840" y="3955192"/>
            <a:ext cx="50292" cy="12797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1" name="Shape 1149"/>
          <p:cNvSpPr/>
          <p:nvPr/>
        </p:nvSpPr>
        <p:spPr>
          <a:xfrm>
            <a:off x="4480560" y="3946157"/>
            <a:ext cx="50292" cy="12887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2" name="Shape 1150"/>
          <p:cNvSpPr/>
          <p:nvPr/>
        </p:nvSpPr>
        <p:spPr>
          <a:xfrm>
            <a:off x="4526280" y="3882724"/>
            <a:ext cx="50292" cy="13522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3" name="Shape 1151"/>
          <p:cNvSpPr/>
          <p:nvPr/>
        </p:nvSpPr>
        <p:spPr>
          <a:xfrm>
            <a:off x="4572000" y="3866619"/>
            <a:ext cx="50292" cy="13683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4" name="Shape 1152"/>
          <p:cNvSpPr/>
          <p:nvPr/>
        </p:nvSpPr>
        <p:spPr>
          <a:xfrm>
            <a:off x="4617720" y="3927938"/>
            <a:ext cx="50292" cy="13070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5" name="Shape 1153"/>
          <p:cNvSpPr/>
          <p:nvPr/>
        </p:nvSpPr>
        <p:spPr>
          <a:xfrm>
            <a:off x="4663440" y="3972467"/>
            <a:ext cx="50292" cy="126247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6" name="Shape 1154"/>
          <p:cNvSpPr/>
          <p:nvPr/>
        </p:nvSpPr>
        <p:spPr>
          <a:xfrm>
            <a:off x="4709160" y="3931761"/>
            <a:ext cx="50292" cy="130317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7" name="Shape 1155"/>
          <p:cNvSpPr/>
          <p:nvPr/>
        </p:nvSpPr>
        <p:spPr>
          <a:xfrm>
            <a:off x="4754880" y="3828314"/>
            <a:ext cx="50292" cy="14066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8" name="Shape 1156"/>
          <p:cNvSpPr/>
          <p:nvPr/>
        </p:nvSpPr>
        <p:spPr>
          <a:xfrm>
            <a:off x="4800600" y="3785474"/>
            <a:ext cx="50292" cy="144946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9" name="Shape 1157"/>
          <p:cNvSpPr/>
          <p:nvPr/>
        </p:nvSpPr>
        <p:spPr>
          <a:xfrm>
            <a:off x="4846320" y="3838563"/>
            <a:ext cx="50292" cy="139637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0" name="Shape 1158"/>
          <p:cNvSpPr/>
          <p:nvPr/>
        </p:nvSpPr>
        <p:spPr>
          <a:xfrm>
            <a:off x="4892040" y="3880040"/>
            <a:ext cx="50292" cy="135490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1" name="Shape 1159"/>
          <p:cNvSpPr/>
          <p:nvPr/>
        </p:nvSpPr>
        <p:spPr>
          <a:xfrm>
            <a:off x="4937760" y="3876444"/>
            <a:ext cx="50292" cy="13584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2" name="Shape 1160"/>
          <p:cNvSpPr/>
          <p:nvPr/>
        </p:nvSpPr>
        <p:spPr>
          <a:xfrm>
            <a:off x="4983480" y="3885111"/>
            <a:ext cx="50292" cy="13498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3" name="Shape 1161"/>
          <p:cNvSpPr/>
          <p:nvPr/>
        </p:nvSpPr>
        <p:spPr>
          <a:xfrm>
            <a:off x="5029200" y="3906838"/>
            <a:ext cx="50292" cy="132810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4" name="Shape 1162"/>
          <p:cNvSpPr/>
          <p:nvPr/>
        </p:nvSpPr>
        <p:spPr>
          <a:xfrm>
            <a:off x="5074920" y="3938210"/>
            <a:ext cx="50292" cy="129673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5" name="Shape 1163"/>
          <p:cNvSpPr/>
          <p:nvPr/>
        </p:nvSpPr>
        <p:spPr>
          <a:xfrm>
            <a:off x="5120640" y="3985408"/>
            <a:ext cx="50292" cy="12495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6" name="Shape 1164"/>
          <p:cNvSpPr/>
          <p:nvPr/>
        </p:nvSpPr>
        <p:spPr>
          <a:xfrm>
            <a:off x="5166360" y="4016083"/>
            <a:ext cx="50292" cy="12188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7" name="Shape 1165"/>
          <p:cNvSpPr/>
          <p:nvPr/>
        </p:nvSpPr>
        <p:spPr>
          <a:xfrm>
            <a:off x="5212080" y="4027442"/>
            <a:ext cx="50292" cy="120749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8" name="Shape 1166"/>
          <p:cNvSpPr/>
          <p:nvPr/>
        </p:nvSpPr>
        <p:spPr>
          <a:xfrm>
            <a:off x="5257800" y="4002897"/>
            <a:ext cx="50292" cy="123204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9" name="Shape 1167"/>
          <p:cNvSpPr/>
          <p:nvPr/>
        </p:nvSpPr>
        <p:spPr>
          <a:xfrm>
            <a:off x="5303520" y="4004034"/>
            <a:ext cx="50292" cy="123090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0" name="Shape 1168"/>
          <p:cNvSpPr/>
          <p:nvPr/>
        </p:nvSpPr>
        <p:spPr>
          <a:xfrm>
            <a:off x="5349240" y="4041551"/>
            <a:ext cx="50292" cy="119338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1" name="Shape 1169"/>
          <p:cNvSpPr/>
          <p:nvPr/>
        </p:nvSpPr>
        <p:spPr>
          <a:xfrm>
            <a:off x="5394960" y="4035472"/>
            <a:ext cx="50292" cy="11994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2" name="Shape 1170"/>
          <p:cNvSpPr/>
          <p:nvPr/>
        </p:nvSpPr>
        <p:spPr>
          <a:xfrm>
            <a:off x="5440680" y="3995107"/>
            <a:ext cx="50292" cy="123983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3" name="Shape 1171"/>
          <p:cNvSpPr/>
          <p:nvPr/>
        </p:nvSpPr>
        <p:spPr>
          <a:xfrm>
            <a:off x="5486400" y="3942620"/>
            <a:ext cx="50292" cy="129232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4" name="Shape 1172"/>
          <p:cNvSpPr/>
          <p:nvPr/>
        </p:nvSpPr>
        <p:spPr>
          <a:xfrm>
            <a:off x="5532120" y="3905228"/>
            <a:ext cx="50292" cy="132971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5" name="Shape 1173"/>
          <p:cNvSpPr/>
          <p:nvPr/>
        </p:nvSpPr>
        <p:spPr>
          <a:xfrm>
            <a:off x="5577840" y="3862124"/>
            <a:ext cx="50292" cy="13728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6" name="Shape 1174"/>
          <p:cNvSpPr/>
          <p:nvPr/>
        </p:nvSpPr>
        <p:spPr>
          <a:xfrm>
            <a:off x="5623560" y="3781364"/>
            <a:ext cx="50292" cy="14535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7" name="Shape 1175"/>
          <p:cNvSpPr/>
          <p:nvPr/>
        </p:nvSpPr>
        <p:spPr>
          <a:xfrm>
            <a:off x="5669280" y="3701217"/>
            <a:ext cx="50292" cy="15337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8" name="Shape 1176"/>
          <p:cNvSpPr/>
          <p:nvPr/>
        </p:nvSpPr>
        <p:spPr>
          <a:xfrm>
            <a:off x="5715000" y="3710194"/>
            <a:ext cx="50292" cy="152474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9" name="Shape 1177"/>
          <p:cNvSpPr/>
          <p:nvPr/>
        </p:nvSpPr>
        <p:spPr>
          <a:xfrm>
            <a:off x="5760720" y="3794315"/>
            <a:ext cx="50292" cy="14406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0" name="Shape 1178"/>
          <p:cNvSpPr/>
          <p:nvPr/>
        </p:nvSpPr>
        <p:spPr>
          <a:xfrm>
            <a:off x="5806440" y="3877914"/>
            <a:ext cx="50292" cy="13570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1" name="Shape 1179"/>
          <p:cNvSpPr/>
          <p:nvPr/>
        </p:nvSpPr>
        <p:spPr>
          <a:xfrm>
            <a:off x="5852160" y="3967841"/>
            <a:ext cx="50292" cy="12670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2" name="Shape 1180"/>
          <p:cNvSpPr/>
          <p:nvPr/>
        </p:nvSpPr>
        <p:spPr>
          <a:xfrm>
            <a:off x="5897880" y="4017851"/>
            <a:ext cx="50292" cy="121708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3" name="Shape 1181"/>
          <p:cNvSpPr/>
          <p:nvPr/>
        </p:nvSpPr>
        <p:spPr>
          <a:xfrm>
            <a:off x="5943600" y="3961473"/>
            <a:ext cx="50292" cy="1273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4" name="Shape 1182"/>
          <p:cNvSpPr/>
          <p:nvPr/>
        </p:nvSpPr>
        <p:spPr>
          <a:xfrm>
            <a:off x="5989320" y="3844829"/>
            <a:ext cx="50292" cy="139011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5" name="Shape 1183"/>
          <p:cNvSpPr/>
          <p:nvPr/>
        </p:nvSpPr>
        <p:spPr>
          <a:xfrm>
            <a:off x="6035040" y="3768692"/>
            <a:ext cx="50292" cy="146624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6" name="Shape 1184"/>
          <p:cNvSpPr/>
          <p:nvPr/>
        </p:nvSpPr>
        <p:spPr>
          <a:xfrm>
            <a:off x="6080760" y="3758958"/>
            <a:ext cx="50292" cy="147598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7" name="Shape 1185"/>
          <p:cNvSpPr/>
          <p:nvPr/>
        </p:nvSpPr>
        <p:spPr>
          <a:xfrm>
            <a:off x="6126480" y="3794472"/>
            <a:ext cx="50292" cy="14404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8" name="Shape 1186"/>
          <p:cNvSpPr/>
          <p:nvPr/>
        </p:nvSpPr>
        <p:spPr>
          <a:xfrm>
            <a:off x="6172200" y="3796119"/>
            <a:ext cx="50292" cy="143882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9" name="Shape 1187"/>
          <p:cNvSpPr/>
          <p:nvPr/>
        </p:nvSpPr>
        <p:spPr>
          <a:xfrm>
            <a:off x="6217920" y="3787031"/>
            <a:ext cx="50292" cy="144790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0" name="Shape 1188"/>
          <p:cNvSpPr/>
          <p:nvPr/>
        </p:nvSpPr>
        <p:spPr>
          <a:xfrm>
            <a:off x="6263640" y="3825974"/>
            <a:ext cx="50292" cy="140896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1" name="Shape 1189"/>
          <p:cNvSpPr/>
          <p:nvPr/>
        </p:nvSpPr>
        <p:spPr>
          <a:xfrm>
            <a:off x="6309360" y="3864908"/>
            <a:ext cx="50292" cy="13700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2" name="Shape 1190"/>
          <p:cNvSpPr/>
          <p:nvPr/>
        </p:nvSpPr>
        <p:spPr>
          <a:xfrm>
            <a:off x="6355080" y="3888106"/>
            <a:ext cx="50292" cy="134683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3" name="Shape 1191"/>
          <p:cNvSpPr/>
          <p:nvPr/>
        </p:nvSpPr>
        <p:spPr>
          <a:xfrm>
            <a:off x="6400800" y="3908011"/>
            <a:ext cx="50292" cy="13269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4" name="Shape 1192"/>
          <p:cNvSpPr/>
          <p:nvPr/>
        </p:nvSpPr>
        <p:spPr>
          <a:xfrm>
            <a:off x="6446520" y="3942960"/>
            <a:ext cx="50292" cy="129198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5" name="Shape 1193"/>
          <p:cNvSpPr/>
          <p:nvPr/>
        </p:nvSpPr>
        <p:spPr>
          <a:xfrm>
            <a:off x="6492240" y="3985273"/>
            <a:ext cx="50292" cy="12496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6" name="Shape 1194"/>
          <p:cNvSpPr/>
          <p:nvPr/>
        </p:nvSpPr>
        <p:spPr>
          <a:xfrm>
            <a:off x="6537960" y="4021244"/>
            <a:ext cx="50292" cy="12136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7" name="Shape 1195"/>
          <p:cNvSpPr/>
          <p:nvPr/>
        </p:nvSpPr>
        <p:spPr>
          <a:xfrm>
            <a:off x="6583680" y="4072444"/>
            <a:ext cx="50292" cy="116249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8" name="Shape 1196"/>
          <p:cNvSpPr/>
          <p:nvPr/>
        </p:nvSpPr>
        <p:spPr>
          <a:xfrm>
            <a:off x="6629400" y="4086448"/>
            <a:ext cx="50292" cy="114849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9" name="Shape 1197"/>
          <p:cNvSpPr/>
          <p:nvPr/>
        </p:nvSpPr>
        <p:spPr>
          <a:xfrm>
            <a:off x="6675120" y="4057614"/>
            <a:ext cx="50292" cy="117732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0" name="Shape 1198"/>
          <p:cNvSpPr/>
          <p:nvPr/>
        </p:nvSpPr>
        <p:spPr>
          <a:xfrm>
            <a:off x="6720840" y="4046768"/>
            <a:ext cx="50292" cy="118817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1" name="Shape 1199"/>
          <p:cNvSpPr/>
          <p:nvPr/>
        </p:nvSpPr>
        <p:spPr>
          <a:xfrm>
            <a:off x="6766560" y="4038169"/>
            <a:ext cx="50292" cy="11967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2" name="Shape 1200"/>
          <p:cNvSpPr/>
          <p:nvPr/>
        </p:nvSpPr>
        <p:spPr>
          <a:xfrm>
            <a:off x="6812280" y="3992621"/>
            <a:ext cx="50292" cy="124231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3" name="Shape 1201"/>
          <p:cNvSpPr/>
          <p:nvPr/>
        </p:nvSpPr>
        <p:spPr>
          <a:xfrm>
            <a:off x="6858000" y="3988018"/>
            <a:ext cx="50292" cy="12469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4" name="Shape 1202"/>
          <p:cNvSpPr/>
          <p:nvPr/>
        </p:nvSpPr>
        <p:spPr>
          <a:xfrm>
            <a:off x="6903720" y="4063200"/>
            <a:ext cx="50292" cy="117174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5" name="Shape 1203"/>
          <p:cNvSpPr/>
          <p:nvPr/>
        </p:nvSpPr>
        <p:spPr>
          <a:xfrm>
            <a:off x="6949440" y="4092772"/>
            <a:ext cx="50292" cy="11421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6" name="Shape 1204"/>
          <p:cNvSpPr/>
          <p:nvPr/>
        </p:nvSpPr>
        <p:spPr>
          <a:xfrm>
            <a:off x="6995160" y="4018269"/>
            <a:ext cx="50292" cy="121667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7" name="Shape 1205"/>
          <p:cNvSpPr/>
          <p:nvPr/>
        </p:nvSpPr>
        <p:spPr>
          <a:xfrm>
            <a:off x="7040880" y="3948141"/>
            <a:ext cx="50292" cy="12867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8" name="Shape 1206"/>
          <p:cNvSpPr/>
          <p:nvPr/>
        </p:nvSpPr>
        <p:spPr>
          <a:xfrm>
            <a:off x="7086600" y="3957743"/>
            <a:ext cx="50292" cy="12771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9" name="Shape 1207"/>
          <p:cNvSpPr/>
          <p:nvPr/>
        </p:nvSpPr>
        <p:spPr>
          <a:xfrm>
            <a:off x="7132320" y="4018933"/>
            <a:ext cx="50292" cy="121600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0" name="Shape 1208"/>
          <p:cNvSpPr/>
          <p:nvPr/>
        </p:nvSpPr>
        <p:spPr>
          <a:xfrm>
            <a:off x="7178040" y="4074473"/>
            <a:ext cx="50292" cy="11604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1" name="Shape 1209"/>
          <p:cNvSpPr/>
          <p:nvPr/>
        </p:nvSpPr>
        <p:spPr>
          <a:xfrm>
            <a:off x="7223760" y="4080422"/>
            <a:ext cx="50292" cy="115451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2" name="Shape 1210"/>
          <p:cNvSpPr/>
          <p:nvPr/>
        </p:nvSpPr>
        <p:spPr>
          <a:xfrm>
            <a:off x="7269480" y="4078999"/>
            <a:ext cx="50292" cy="115594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3" name="Shape 1211"/>
          <p:cNvSpPr/>
          <p:nvPr/>
        </p:nvSpPr>
        <p:spPr>
          <a:xfrm>
            <a:off x="7315200" y="4092850"/>
            <a:ext cx="50292" cy="114209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4" name="Shape 1212"/>
          <p:cNvSpPr/>
          <p:nvPr/>
        </p:nvSpPr>
        <p:spPr>
          <a:xfrm>
            <a:off x="7360920" y="4114964"/>
            <a:ext cx="50292" cy="111997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5" name="Shape 1213"/>
          <p:cNvSpPr/>
          <p:nvPr/>
        </p:nvSpPr>
        <p:spPr>
          <a:xfrm>
            <a:off x="7406640" y="4119902"/>
            <a:ext cx="50292" cy="111503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6" name="Shape 1214"/>
          <p:cNvSpPr/>
          <p:nvPr/>
        </p:nvSpPr>
        <p:spPr>
          <a:xfrm>
            <a:off x="7452360" y="4078372"/>
            <a:ext cx="50292" cy="115656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7" name="Shape 1215"/>
          <p:cNvSpPr/>
          <p:nvPr/>
        </p:nvSpPr>
        <p:spPr>
          <a:xfrm>
            <a:off x="7498080" y="4045035"/>
            <a:ext cx="50292" cy="118990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8" name="Shape 1216"/>
          <p:cNvSpPr/>
          <p:nvPr/>
        </p:nvSpPr>
        <p:spPr>
          <a:xfrm>
            <a:off x="7543800" y="4008796"/>
            <a:ext cx="50292" cy="122614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9" name="Shape 1217"/>
          <p:cNvSpPr/>
          <p:nvPr/>
        </p:nvSpPr>
        <p:spPr>
          <a:xfrm>
            <a:off x="7589520" y="3952773"/>
            <a:ext cx="50292" cy="128216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0" name="Shape 1218"/>
          <p:cNvSpPr/>
          <p:nvPr/>
        </p:nvSpPr>
        <p:spPr>
          <a:xfrm>
            <a:off x="7635240" y="3950588"/>
            <a:ext cx="50292" cy="128435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1" name="Shape 1219"/>
          <p:cNvSpPr/>
          <p:nvPr/>
        </p:nvSpPr>
        <p:spPr>
          <a:xfrm>
            <a:off x="7680960" y="3994970"/>
            <a:ext cx="50292" cy="1239970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2" name="Shape 1220"/>
          <p:cNvSpPr/>
          <p:nvPr/>
        </p:nvSpPr>
        <p:spPr>
          <a:xfrm>
            <a:off x="7726680" y="4000616"/>
            <a:ext cx="50292" cy="123432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3" name="Shape 1221"/>
          <p:cNvSpPr/>
          <p:nvPr/>
        </p:nvSpPr>
        <p:spPr>
          <a:xfrm>
            <a:off x="7772400" y="3982989"/>
            <a:ext cx="50292" cy="1251951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4" name="Shape 1222"/>
          <p:cNvSpPr/>
          <p:nvPr/>
        </p:nvSpPr>
        <p:spPr>
          <a:xfrm>
            <a:off x="7818120" y="3981015"/>
            <a:ext cx="50292" cy="125392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5" name="Shape 1223"/>
          <p:cNvSpPr/>
          <p:nvPr/>
        </p:nvSpPr>
        <p:spPr>
          <a:xfrm>
            <a:off x="7863840" y="3945127"/>
            <a:ext cx="50292" cy="128981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6" name="Shape 1224"/>
          <p:cNvSpPr/>
          <p:nvPr/>
        </p:nvSpPr>
        <p:spPr>
          <a:xfrm>
            <a:off x="7909560" y="3873646"/>
            <a:ext cx="50292" cy="136129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7" name="Shape 1225"/>
          <p:cNvSpPr/>
          <p:nvPr/>
        </p:nvSpPr>
        <p:spPr>
          <a:xfrm>
            <a:off x="7955280" y="3814585"/>
            <a:ext cx="50292" cy="1420355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8" name="Shape 1226"/>
          <p:cNvSpPr/>
          <p:nvPr/>
        </p:nvSpPr>
        <p:spPr>
          <a:xfrm>
            <a:off x="8001000" y="3790526"/>
            <a:ext cx="50292" cy="144441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9" name="Shape 1227"/>
          <p:cNvSpPr/>
          <p:nvPr/>
        </p:nvSpPr>
        <p:spPr>
          <a:xfrm>
            <a:off x="8046720" y="3742708"/>
            <a:ext cx="50292" cy="149223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0" name="Shape 1228"/>
          <p:cNvSpPr/>
          <p:nvPr/>
        </p:nvSpPr>
        <p:spPr>
          <a:xfrm>
            <a:off x="8092440" y="3694504"/>
            <a:ext cx="50292" cy="154043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1" name="Shape 1229"/>
          <p:cNvSpPr/>
          <p:nvPr/>
        </p:nvSpPr>
        <p:spPr>
          <a:xfrm>
            <a:off x="8138160" y="3729818"/>
            <a:ext cx="50292" cy="15051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2" name="Shape 1230"/>
          <p:cNvSpPr/>
          <p:nvPr/>
        </p:nvSpPr>
        <p:spPr>
          <a:xfrm>
            <a:off x="8183880" y="3791297"/>
            <a:ext cx="50292" cy="144364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3" name="Shape 1231"/>
          <p:cNvSpPr/>
          <p:nvPr/>
        </p:nvSpPr>
        <p:spPr>
          <a:xfrm>
            <a:off x="8229600" y="3809176"/>
            <a:ext cx="50292" cy="142576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4" name="Shape 1232"/>
          <p:cNvSpPr/>
          <p:nvPr/>
        </p:nvSpPr>
        <p:spPr>
          <a:xfrm>
            <a:off x="8275320" y="3849798"/>
            <a:ext cx="50292" cy="138514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5" name="Shape 1233"/>
          <p:cNvSpPr/>
          <p:nvPr/>
        </p:nvSpPr>
        <p:spPr>
          <a:xfrm>
            <a:off x="8321040" y="3936257"/>
            <a:ext cx="50292" cy="129868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6" name="Shape 1234"/>
          <p:cNvSpPr/>
          <p:nvPr/>
        </p:nvSpPr>
        <p:spPr>
          <a:xfrm>
            <a:off x="8366760" y="3996341"/>
            <a:ext cx="50292" cy="123859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7" name="Shape 1235"/>
          <p:cNvSpPr/>
          <p:nvPr/>
        </p:nvSpPr>
        <p:spPr>
          <a:xfrm>
            <a:off x="8412480" y="4004866"/>
            <a:ext cx="50292" cy="123007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8" name="Shape 1236"/>
          <p:cNvSpPr/>
          <p:nvPr/>
        </p:nvSpPr>
        <p:spPr>
          <a:xfrm>
            <a:off x="8458200" y="3974217"/>
            <a:ext cx="50292" cy="1260723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9" name="Shape 1237"/>
          <p:cNvSpPr/>
          <p:nvPr/>
        </p:nvSpPr>
        <p:spPr>
          <a:xfrm>
            <a:off x="8503920" y="3955823"/>
            <a:ext cx="50292" cy="127911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0" name="Shape 1238"/>
          <p:cNvSpPr/>
          <p:nvPr/>
        </p:nvSpPr>
        <p:spPr>
          <a:xfrm>
            <a:off x="8549640" y="3955783"/>
            <a:ext cx="50292" cy="127915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1" name="Shape 1239"/>
          <p:cNvSpPr/>
          <p:nvPr/>
        </p:nvSpPr>
        <p:spPr>
          <a:xfrm>
            <a:off x="8595360" y="3948824"/>
            <a:ext cx="50292" cy="1286116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2" name="Shape 1240"/>
          <p:cNvSpPr/>
          <p:nvPr/>
        </p:nvSpPr>
        <p:spPr>
          <a:xfrm>
            <a:off x="8641080" y="3941382"/>
            <a:ext cx="50292" cy="129355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3" name="Shape 1241"/>
          <p:cNvSpPr/>
          <p:nvPr/>
        </p:nvSpPr>
        <p:spPr>
          <a:xfrm>
            <a:off x="8686800" y="3934216"/>
            <a:ext cx="50292" cy="130072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4" name="Shape 1242"/>
          <p:cNvSpPr/>
          <p:nvPr/>
        </p:nvSpPr>
        <p:spPr>
          <a:xfrm>
            <a:off x="8732520" y="3905178"/>
            <a:ext cx="50292" cy="132976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5" name="Shape 1243"/>
          <p:cNvSpPr/>
          <p:nvPr/>
        </p:nvSpPr>
        <p:spPr>
          <a:xfrm>
            <a:off x="8778240" y="3871682"/>
            <a:ext cx="50292" cy="1363258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6" name="Shape 1244"/>
          <p:cNvSpPr/>
          <p:nvPr/>
        </p:nvSpPr>
        <p:spPr>
          <a:xfrm>
            <a:off x="8823960" y="3882118"/>
            <a:ext cx="50292" cy="135282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7" name="Shape 1245"/>
          <p:cNvSpPr/>
          <p:nvPr/>
        </p:nvSpPr>
        <p:spPr>
          <a:xfrm>
            <a:off x="8869680" y="3897288"/>
            <a:ext cx="50292" cy="1337652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8" name="Shape 1246"/>
          <p:cNvSpPr/>
          <p:nvPr/>
        </p:nvSpPr>
        <p:spPr>
          <a:xfrm>
            <a:off x="8915400" y="3889411"/>
            <a:ext cx="50292" cy="134552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9" name="Shape 1247"/>
          <p:cNvSpPr/>
          <p:nvPr/>
        </p:nvSpPr>
        <p:spPr>
          <a:xfrm>
            <a:off x="8961120" y="3873431"/>
            <a:ext cx="50292" cy="1361509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0" name="Shape 1248"/>
          <p:cNvSpPr/>
          <p:nvPr/>
        </p:nvSpPr>
        <p:spPr>
          <a:xfrm>
            <a:off x="9006840" y="3845513"/>
            <a:ext cx="50292" cy="138942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1" name="Shape 1249"/>
          <p:cNvSpPr/>
          <p:nvPr/>
        </p:nvSpPr>
        <p:spPr>
          <a:xfrm>
            <a:off x="9052560" y="3794343"/>
            <a:ext cx="50292" cy="1440597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2" name="Shape 1250"/>
          <p:cNvSpPr/>
          <p:nvPr/>
        </p:nvSpPr>
        <p:spPr>
          <a:xfrm>
            <a:off x="9098280" y="3746936"/>
            <a:ext cx="50292" cy="1488004"/>
          </a:xfrm>
          <a:prstGeom prst="rect">
            <a:avLst/>
          </a:prstGeom>
          <a:solidFill>
            <a:srgbClr val="071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3" name="Shape 1251"/>
          <p:cNvSpPr/>
          <p:nvPr/>
        </p:nvSpPr>
        <p:spPr>
          <a:xfrm>
            <a:off x="0" y="4549140"/>
            <a:ext cx="9144000" cy="77724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54" name="Shape 1252"/>
          <p:cNvSpPr/>
          <p:nvPr/>
        </p:nvSpPr>
        <p:spPr>
          <a:xfrm>
            <a:off x="5980781" y="4932133"/>
            <a:ext cx="255043" cy="26366"/>
          </a:xfrm>
          <a:prstGeom prst="rect">
            <a:avLst/>
          </a:prstGeom>
          <a:solidFill>
            <a:srgbClr val="2B4159">
              <a:alpha val="317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5" name="Shape 1253"/>
          <p:cNvSpPr/>
          <p:nvPr/>
        </p:nvSpPr>
        <p:spPr>
          <a:xfrm>
            <a:off x="1366725" y="4853466"/>
            <a:ext cx="475603" cy="20859"/>
          </a:xfrm>
          <a:prstGeom prst="rect">
            <a:avLst/>
          </a:prstGeom>
          <a:solidFill>
            <a:srgbClr val="273D54">
              <a:alpha val="3490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6" name="Shape 1254"/>
          <p:cNvSpPr/>
          <p:nvPr/>
        </p:nvSpPr>
        <p:spPr>
          <a:xfrm>
            <a:off x="7306716" y="4815173"/>
            <a:ext cx="185155" cy="17208"/>
          </a:xfrm>
          <a:prstGeom prst="rect">
            <a:avLst/>
          </a:prstGeom>
          <a:solidFill>
            <a:srgbClr val="263C51">
              <a:alpha val="456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7" name="Shape 1255"/>
          <p:cNvSpPr/>
          <p:nvPr/>
        </p:nvSpPr>
        <p:spPr>
          <a:xfrm>
            <a:off x="7238309" y="4667475"/>
            <a:ext cx="442427" cy="22241"/>
          </a:xfrm>
          <a:prstGeom prst="rect">
            <a:avLst/>
          </a:prstGeom>
          <a:solidFill>
            <a:srgbClr val="1F3548">
              <a:alpha val="4212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8" name="Shape 1256"/>
          <p:cNvSpPr/>
          <p:nvPr/>
        </p:nvSpPr>
        <p:spPr>
          <a:xfrm>
            <a:off x="5880174" y="5156233"/>
            <a:ext cx="286740" cy="24841"/>
          </a:xfrm>
          <a:prstGeom prst="rect">
            <a:avLst/>
          </a:prstGeom>
          <a:solidFill>
            <a:srgbClr val="354B68">
              <a:alpha val="543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9" name="Shape 1257"/>
          <p:cNvSpPr/>
          <p:nvPr/>
        </p:nvSpPr>
        <p:spPr>
          <a:xfrm>
            <a:off x="4775304" y="4988713"/>
            <a:ext cx="187233" cy="26421"/>
          </a:xfrm>
          <a:prstGeom prst="rect">
            <a:avLst/>
          </a:prstGeom>
          <a:solidFill>
            <a:srgbClr val="2D435D">
              <a:alpha val="4937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0" name="Shape 1258"/>
          <p:cNvSpPr/>
          <p:nvPr/>
        </p:nvSpPr>
        <p:spPr>
          <a:xfrm>
            <a:off x="6883225" y="5179929"/>
            <a:ext cx="283922" cy="25349"/>
          </a:xfrm>
          <a:prstGeom prst="rect">
            <a:avLst/>
          </a:prstGeom>
          <a:solidFill>
            <a:srgbClr val="364C69">
              <a:alpha val="477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1" name="Shape 1259"/>
          <p:cNvSpPr/>
          <p:nvPr/>
        </p:nvSpPr>
        <p:spPr>
          <a:xfrm>
            <a:off x="291501" y="4774743"/>
            <a:ext cx="204507" cy="26651"/>
          </a:xfrm>
          <a:prstGeom prst="rect">
            <a:avLst/>
          </a:prstGeom>
          <a:solidFill>
            <a:srgbClr val="243A4F">
              <a:alpha val="330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2" name="Shape 1260"/>
          <p:cNvSpPr/>
          <p:nvPr/>
        </p:nvSpPr>
        <p:spPr>
          <a:xfrm>
            <a:off x="5709701" y="5023693"/>
            <a:ext cx="481663" cy="20578"/>
          </a:xfrm>
          <a:prstGeom prst="rect">
            <a:avLst/>
          </a:prstGeom>
          <a:solidFill>
            <a:srgbClr val="2F455F">
              <a:alpha val="529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3" name="Shape 1261"/>
          <p:cNvSpPr/>
          <p:nvPr/>
        </p:nvSpPr>
        <p:spPr>
          <a:xfrm>
            <a:off x="2639846" y="4744937"/>
            <a:ext cx="368742" cy="20630"/>
          </a:xfrm>
          <a:prstGeom prst="rect">
            <a:avLst/>
          </a:prstGeom>
          <a:solidFill>
            <a:srgbClr val="23394D">
              <a:alpha val="3471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4" name="Shape 1262"/>
          <p:cNvSpPr/>
          <p:nvPr/>
        </p:nvSpPr>
        <p:spPr>
          <a:xfrm>
            <a:off x="802741" y="5112799"/>
            <a:ext cx="384774" cy="23231"/>
          </a:xfrm>
          <a:prstGeom prst="rect">
            <a:avLst/>
          </a:prstGeom>
          <a:solidFill>
            <a:srgbClr val="334965">
              <a:alpha val="4184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5" name="Shape 1263"/>
          <p:cNvSpPr/>
          <p:nvPr/>
        </p:nvSpPr>
        <p:spPr>
          <a:xfrm>
            <a:off x="6513933" y="5036476"/>
            <a:ext cx="139161" cy="19888"/>
          </a:xfrm>
          <a:prstGeom prst="rect">
            <a:avLst/>
          </a:prstGeom>
          <a:solidFill>
            <a:srgbClr val="2F4560">
              <a:alpha val="3014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6" name="Shape 1264"/>
          <p:cNvSpPr/>
          <p:nvPr/>
        </p:nvSpPr>
        <p:spPr>
          <a:xfrm>
            <a:off x="2539372" y="4806878"/>
            <a:ext cx="231399" cy="14696"/>
          </a:xfrm>
          <a:prstGeom prst="rect">
            <a:avLst/>
          </a:prstGeom>
          <a:solidFill>
            <a:srgbClr val="253B51">
              <a:alpha val="306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7" name="Shape 1265"/>
          <p:cNvSpPr/>
          <p:nvPr/>
        </p:nvSpPr>
        <p:spPr>
          <a:xfrm>
            <a:off x="5055119" y="5124832"/>
            <a:ext cx="199758" cy="25097"/>
          </a:xfrm>
          <a:prstGeom prst="rect">
            <a:avLst/>
          </a:prstGeom>
          <a:solidFill>
            <a:srgbClr val="334966">
              <a:alpha val="500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8" name="Shape 1266"/>
          <p:cNvSpPr/>
          <p:nvPr/>
        </p:nvSpPr>
        <p:spPr>
          <a:xfrm>
            <a:off x="2253745" y="5152566"/>
            <a:ext cx="217780" cy="15579"/>
          </a:xfrm>
          <a:prstGeom prst="rect">
            <a:avLst/>
          </a:prstGeom>
          <a:solidFill>
            <a:srgbClr val="344A68">
              <a:alpha val="341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9" name="Shape 1267"/>
          <p:cNvSpPr/>
          <p:nvPr/>
        </p:nvSpPr>
        <p:spPr>
          <a:xfrm>
            <a:off x="2939480" y="4965023"/>
            <a:ext cx="261808" cy="25695"/>
          </a:xfrm>
          <a:prstGeom prst="rect">
            <a:avLst/>
          </a:prstGeom>
          <a:solidFill>
            <a:srgbClr val="2C425B">
              <a:alpha val="498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0" name="Shape 1268"/>
          <p:cNvSpPr/>
          <p:nvPr/>
        </p:nvSpPr>
        <p:spPr>
          <a:xfrm>
            <a:off x="3605790" y="4879459"/>
            <a:ext cx="286712" cy="18008"/>
          </a:xfrm>
          <a:prstGeom prst="rect">
            <a:avLst/>
          </a:prstGeom>
          <a:solidFill>
            <a:srgbClr val="283E56">
              <a:alpha val="3812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1" name="Shape 1269"/>
          <p:cNvSpPr/>
          <p:nvPr/>
        </p:nvSpPr>
        <p:spPr>
          <a:xfrm>
            <a:off x="1453279" y="4661945"/>
            <a:ext cx="428579" cy="22449"/>
          </a:xfrm>
          <a:prstGeom prst="rect">
            <a:avLst/>
          </a:prstGeom>
          <a:solidFill>
            <a:srgbClr val="1F3547">
              <a:alpha val="3319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2" name="Shape 1270"/>
          <p:cNvSpPr/>
          <p:nvPr/>
        </p:nvSpPr>
        <p:spPr>
          <a:xfrm>
            <a:off x="651578" y="4953535"/>
            <a:ext cx="158092" cy="16778"/>
          </a:xfrm>
          <a:prstGeom prst="rect">
            <a:avLst/>
          </a:prstGeom>
          <a:solidFill>
            <a:srgbClr val="2C425B">
              <a:alpha val="3837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3" name="Shape 1271"/>
          <p:cNvSpPr/>
          <p:nvPr/>
        </p:nvSpPr>
        <p:spPr>
          <a:xfrm>
            <a:off x="2224857" y="4664211"/>
            <a:ext cx="270644" cy="15914"/>
          </a:xfrm>
          <a:prstGeom prst="rect">
            <a:avLst/>
          </a:prstGeom>
          <a:solidFill>
            <a:srgbClr val="1F3548">
              <a:alpha val="4803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4" name="Shape 1272"/>
          <p:cNvSpPr/>
          <p:nvPr/>
        </p:nvSpPr>
        <p:spPr>
          <a:xfrm>
            <a:off x="3476410" y="5181194"/>
            <a:ext cx="343710" cy="14807"/>
          </a:xfrm>
          <a:prstGeom prst="rect">
            <a:avLst/>
          </a:prstGeom>
          <a:solidFill>
            <a:srgbClr val="364C69">
              <a:alpha val="3379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5" name="Shape 1273"/>
          <p:cNvSpPr/>
          <p:nvPr/>
        </p:nvSpPr>
        <p:spPr>
          <a:xfrm>
            <a:off x="6696034" y="5106483"/>
            <a:ext cx="438404" cy="14060"/>
          </a:xfrm>
          <a:prstGeom prst="rect">
            <a:avLst/>
          </a:prstGeom>
          <a:solidFill>
            <a:srgbClr val="324865">
              <a:alpha val="355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6" name="Shape 1274"/>
          <p:cNvSpPr/>
          <p:nvPr/>
        </p:nvSpPr>
        <p:spPr>
          <a:xfrm>
            <a:off x="1214353" y="5183954"/>
            <a:ext cx="493134" cy="19122"/>
          </a:xfrm>
          <a:prstGeom prst="rect">
            <a:avLst/>
          </a:prstGeom>
          <a:solidFill>
            <a:srgbClr val="364C6A">
              <a:alpha val="333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7" name="Shape 1275"/>
          <p:cNvSpPr/>
          <p:nvPr/>
        </p:nvSpPr>
        <p:spPr>
          <a:xfrm>
            <a:off x="2110464" y="4753341"/>
            <a:ext cx="152380" cy="21182"/>
          </a:xfrm>
          <a:prstGeom prst="rect">
            <a:avLst/>
          </a:prstGeom>
          <a:solidFill>
            <a:srgbClr val="23394D">
              <a:alpha val="3627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8" name="Shape 1276"/>
          <p:cNvSpPr/>
          <p:nvPr/>
        </p:nvSpPr>
        <p:spPr>
          <a:xfrm>
            <a:off x="2837001" y="5095539"/>
            <a:ext cx="357930" cy="23891"/>
          </a:xfrm>
          <a:prstGeom prst="rect">
            <a:avLst/>
          </a:prstGeom>
          <a:solidFill>
            <a:srgbClr val="324864">
              <a:alpha val="5498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9" name="Shape 1277"/>
          <p:cNvSpPr/>
          <p:nvPr/>
        </p:nvSpPr>
        <p:spPr>
          <a:xfrm>
            <a:off x="3696816" y="5001240"/>
            <a:ext cx="444484" cy="14092"/>
          </a:xfrm>
          <a:prstGeom prst="rect">
            <a:avLst/>
          </a:prstGeom>
          <a:solidFill>
            <a:srgbClr val="2E445E">
              <a:alpha val="4410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0" name="Shape 1278"/>
          <p:cNvSpPr/>
          <p:nvPr/>
        </p:nvSpPr>
        <p:spPr>
          <a:xfrm>
            <a:off x="6030826" y="4959219"/>
            <a:ext cx="187129" cy="21654"/>
          </a:xfrm>
          <a:prstGeom prst="rect">
            <a:avLst/>
          </a:prstGeom>
          <a:solidFill>
            <a:srgbClr val="2C425B">
              <a:alpha val="393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1" name="Shape 1279"/>
          <p:cNvSpPr/>
          <p:nvPr/>
        </p:nvSpPr>
        <p:spPr>
          <a:xfrm>
            <a:off x="6773102" y="5148816"/>
            <a:ext cx="193342" cy="16583"/>
          </a:xfrm>
          <a:prstGeom prst="rect">
            <a:avLst/>
          </a:prstGeom>
          <a:solidFill>
            <a:srgbClr val="344A67">
              <a:alpha val="418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2" name="Shape 1280"/>
          <p:cNvSpPr/>
          <p:nvPr/>
        </p:nvSpPr>
        <p:spPr>
          <a:xfrm>
            <a:off x="5724020" y="4880878"/>
            <a:ext cx="417013" cy="18682"/>
          </a:xfrm>
          <a:prstGeom prst="rect">
            <a:avLst/>
          </a:prstGeom>
          <a:solidFill>
            <a:srgbClr val="293F56">
              <a:alpha val="32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3" name="Shape 1281"/>
          <p:cNvSpPr/>
          <p:nvPr/>
        </p:nvSpPr>
        <p:spPr>
          <a:xfrm>
            <a:off x="7641105" y="4847792"/>
            <a:ext cx="251234" cy="14136"/>
          </a:xfrm>
          <a:prstGeom prst="rect">
            <a:avLst/>
          </a:prstGeom>
          <a:solidFill>
            <a:srgbClr val="273D54">
              <a:alpha val="4583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4" name="Shape 1282"/>
          <p:cNvSpPr/>
          <p:nvPr/>
        </p:nvSpPr>
        <p:spPr>
          <a:xfrm>
            <a:off x="6911272" y="5101634"/>
            <a:ext cx="159913" cy="24103"/>
          </a:xfrm>
          <a:prstGeom prst="rect">
            <a:avLst/>
          </a:prstGeom>
          <a:solidFill>
            <a:srgbClr val="324864">
              <a:alpha val="429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5" name="Shape 1283"/>
          <p:cNvSpPr/>
          <p:nvPr/>
        </p:nvSpPr>
        <p:spPr>
          <a:xfrm>
            <a:off x="6032559" y="4712874"/>
            <a:ext cx="181281" cy="23036"/>
          </a:xfrm>
          <a:prstGeom prst="rect">
            <a:avLst/>
          </a:prstGeom>
          <a:solidFill>
            <a:srgbClr val="21374B">
              <a:alpha val="449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6" name="Shape 1284"/>
          <p:cNvSpPr/>
          <p:nvPr/>
        </p:nvSpPr>
        <p:spPr>
          <a:xfrm>
            <a:off x="4040066" y="5162937"/>
            <a:ext cx="161338" cy="24835"/>
          </a:xfrm>
          <a:prstGeom prst="rect">
            <a:avLst/>
          </a:prstGeom>
          <a:solidFill>
            <a:srgbClr val="354B68">
              <a:alpha val="506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7" name="Shape 1285"/>
          <p:cNvSpPr/>
          <p:nvPr/>
        </p:nvSpPr>
        <p:spPr>
          <a:xfrm>
            <a:off x="221406" y="4631125"/>
            <a:ext cx="216967" cy="19855"/>
          </a:xfrm>
          <a:prstGeom prst="rect">
            <a:avLst/>
          </a:prstGeom>
          <a:solidFill>
            <a:srgbClr val="1E3445">
              <a:alpha val="3105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8" name="Shape 1286"/>
          <p:cNvSpPr/>
          <p:nvPr/>
        </p:nvSpPr>
        <p:spPr>
          <a:xfrm>
            <a:off x="3710909" y="5190044"/>
            <a:ext cx="319215" cy="14398"/>
          </a:xfrm>
          <a:prstGeom prst="rect">
            <a:avLst/>
          </a:prstGeom>
          <a:solidFill>
            <a:srgbClr val="364C6A">
              <a:alpha val="4418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9" name="Shape 1287"/>
          <p:cNvSpPr/>
          <p:nvPr/>
        </p:nvSpPr>
        <p:spPr>
          <a:xfrm>
            <a:off x="4265157" y="4983006"/>
            <a:ext cx="194754" cy="16474"/>
          </a:xfrm>
          <a:prstGeom prst="rect">
            <a:avLst/>
          </a:prstGeom>
          <a:solidFill>
            <a:srgbClr val="2D435C">
              <a:alpha val="521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0" name="Shape 1288"/>
          <p:cNvSpPr/>
          <p:nvPr/>
        </p:nvSpPr>
        <p:spPr>
          <a:xfrm>
            <a:off x="6755928" y="5046211"/>
            <a:ext cx="212766" cy="16908"/>
          </a:xfrm>
          <a:prstGeom prst="rect">
            <a:avLst/>
          </a:prstGeom>
          <a:solidFill>
            <a:srgbClr val="304661">
              <a:alpha val="481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1" name="Shape 1289"/>
          <p:cNvSpPr/>
          <p:nvPr/>
        </p:nvSpPr>
        <p:spPr>
          <a:xfrm>
            <a:off x="1948663" y="4858593"/>
            <a:ext cx="172322" cy="19266"/>
          </a:xfrm>
          <a:prstGeom prst="rect">
            <a:avLst/>
          </a:prstGeom>
          <a:solidFill>
            <a:srgbClr val="283E54">
              <a:alpha val="401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2" name="Shape 1290"/>
          <p:cNvSpPr/>
          <p:nvPr/>
        </p:nvSpPr>
        <p:spPr>
          <a:xfrm>
            <a:off x="4397897" y="5191929"/>
            <a:ext cx="334317" cy="15506"/>
          </a:xfrm>
          <a:prstGeom prst="rect">
            <a:avLst/>
          </a:prstGeom>
          <a:solidFill>
            <a:srgbClr val="364C6A">
              <a:alpha val="3855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3" name="Shape 1291"/>
          <p:cNvSpPr/>
          <p:nvPr/>
        </p:nvSpPr>
        <p:spPr>
          <a:xfrm>
            <a:off x="3791777" y="5116927"/>
            <a:ext cx="222733" cy="15816"/>
          </a:xfrm>
          <a:prstGeom prst="rect">
            <a:avLst/>
          </a:prstGeom>
          <a:solidFill>
            <a:srgbClr val="334965">
              <a:alpha val="3753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4" name="Shape 1292"/>
          <p:cNvSpPr/>
          <p:nvPr/>
        </p:nvSpPr>
        <p:spPr>
          <a:xfrm>
            <a:off x="863710" y="5201121"/>
            <a:ext cx="457186" cy="26307"/>
          </a:xfrm>
          <a:prstGeom prst="rect">
            <a:avLst/>
          </a:prstGeom>
          <a:solidFill>
            <a:srgbClr val="374D6B">
              <a:alpha val="4934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5" name="Shape 1293"/>
          <p:cNvSpPr/>
          <p:nvPr/>
        </p:nvSpPr>
        <p:spPr>
          <a:xfrm>
            <a:off x="4009596" y="4993895"/>
            <a:ext cx="404877" cy="16166"/>
          </a:xfrm>
          <a:prstGeom prst="rect">
            <a:avLst/>
          </a:prstGeom>
          <a:solidFill>
            <a:srgbClr val="2D435D">
              <a:alpha val="4635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6" name="Shape 1294"/>
          <p:cNvSpPr/>
          <p:nvPr/>
        </p:nvSpPr>
        <p:spPr>
          <a:xfrm>
            <a:off x="5978728" y="5025925"/>
            <a:ext cx="304397" cy="18059"/>
          </a:xfrm>
          <a:prstGeom prst="rect">
            <a:avLst/>
          </a:prstGeom>
          <a:solidFill>
            <a:srgbClr val="2F455F">
              <a:alpha val="383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7" name="Shape 1295"/>
          <p:cNvSpPr/>
          <p:nvPr/>
        </p:nvSpPr>
        <p:spPr>
          <a:xfrm>
            <a:off x="5039468" y="5201049"/>
            <a:ext cx="494980" cy="25752"/>
          </a:xfrm>
          <a:prstGeom prst="rect">
            <a:avLst/>
          </a:prstGeom>
          <a:solidFill>
            <a:srgbClr val="374D6B">
              <a:alpha val="464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8" name="Shape 1296"/>
          <p:cNvSpPr/>
          <p:nvPr/>
        </p:nvSpPr>
        <p:spPr>
          <a:xfrm>
            <a:off x="7245337" y="4936760"/>
            <a:ext cx="468872" cy="17014"/>
          </a:xfrm>
          <a:prstGeom prst="rect">
            <a:avLst/>
          </a:prstGeom>
          <a:solidFill>
            <a:srgbClr val="2B4159">
              <a:alpha val="3738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9" name="Shape 1297"/>
          <p:cNvSpPr/>
          <p:nvPr/>
        </p:nvSpPr>
        <p:spPr>
          <a:xfrm>
            <a:off x="6908420" y="5207902"/>
            <a:ext cx="258681" cy="18712"/>
          </a:xfrm>
          <a:prstGeom prst="rect">
            <a:avLst/>
          </a:prstGeom>
          <a:solidFill>
            <a:srgbClr val="374D6B">
              <a:alpha val="529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0" name="Shape 1298"/>
          <p:cNvSpPr/>
          <p:nvPr/>
        </p:nvSpPr>
        <p:spPr>
          <a:xfrm>
            <a:off x="7387352" y="4784539"/>
            <a:ext cx="164937" cy="14111"/>
          </a:xfrm>
          <a:prstGeom prst="rect">
            <a:avLst/>
          </a:prstGeom>
          <a:solidFill>
            <a:srgbClr val="243A4F">
              <a:alpha val="5059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1" name="Shape 1299"/>
          <p:cNvSpPr/>
          <p:nvPr/>
        </p:nvSpPr>
        <p:spPr>
          <a:xfrm>
            <a:off x="6383922" y="4738481"/>
            <a:ext cx="183035" cy="24774"/>
          </a:xfrm>
          <a:prstGeom prst="rect">
            <a:avLst/>
          </a:prstGeom>
          <a:solidFill>
            <a:srgbClr val="22384C">
              <a:alpha val="4013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2" name="Shape 1300"/>
          <p:cNvSpPr/>
          <p:nvPr/>
        </p:nvSpPr>
        <p:spPr>
          <a:xfrm>
            <a:off x="2603629" y="4795344"/>
            <a:ext cx="144774" cy="14533"/>
          </a:xfrm>
          <a:prstGeom prst="rect">
            <a:avLst/>
          </a:prstGeom>
          <a:solidFill>
            <a:srgbClr val="253B50">
              <a:alpha val="324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3" name="Shape 1301"/>
          <p:cNvSpPr/>
          <p:nvPr/>
        </p:nvSpPr>
        <p:spPr>
          <a:xfrm>
            <a:off x="2916059" y="5023599"/>
            <a:ext cx="495856" cy="19484"/>
          </a:xfrm>
          <a:prstGeom prst="rect">
            <a:avLst/>
          </a:prstGeom>
          <a:solidFill>
            <a:srgbClr val="2F455F">
              <a:alpha val="516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4" name="Shape 1302"/>
          <p:cNvSpPr/>
          <p:nvPr/>
        </p:nvSpPr>
        <p:spPr>
          <a:xfrm>
            <a:off x="5595522" y="4787858"/>
            <a:ext cx="194735" cy="10973"/>
          </a:xfrm>
          <a:prstGeom prst="rect">
            <a:avLst/>
          </a:prstGeom>
          <a:solidFill>
            <a:srgbClr val="DC8745">
              <a:alpha val="359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5" name="Shape 1303"/>
          <p:cNvSpPr/>
          <p:nvPr/>
        </p:nvSpPr>
        <p:spPr>
          <a:xfrm>
            <a:off x="4533822" y="4681349"/>
            <a:ext cx="143374" cy="10973"/>
          </a:xfrm>
          <a:prstGeom prst="rect">
            <a:avLst/>
          </a:prstGeom>
          <a:solidFill>
            <a:srgbClr val="DF8E47">
              <a:alpha val="534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6" name="Shape 1304"/>
          <p:cNvSpPr/>
          <p:nvPr/>
        </p:nvSpPr>
        <p:spPr>
          <a:xfrm>
            <a:off x="3291503" y="4913203"/>
            <a:ext cx="252352" cy="10973"/>
          </a:xfrm>
          <a:prstGeom prst="rect">
            <a:avLst/>
          </a:prstGeom>
          <a:solidFill>
            <a:srgbClr val="CC6337">
              <a:alpha val="496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7" name="Shape 1305"/>
          <p:cNvSpPr/>
          <p:nvPr/>
        </p:nvSpPr>
        <p:spPr>
          <a:xfrm>
            <a:off x="3442083" y="4711289"/>
            <a:ext cx="262224" cy="10973"/>
          </a:xfrm>
          <a:prstGeom prst="rect">
            <a:avLst/>
          </a:prstGeom>
          <a:solidFill>
            <a:srgbClr val="E19449">
              <a:alpha val="4694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8" name="Shape 1306"/>
          <p:cNvSpPr/>
          <p:nvPr/>
        </p:nvSpPr>
        <p:spPr>
          <a:xfrm>
            <a:off x="4830981" y="4795333"/>
            <a:ext cx="208664" cy="10973"/>
          </a:xfrm>
          <a:prstGeom prst="rect">
            <a:avLst/>
          </a:prstGeom>
          <a:solidFill>
            <a:srgbClr val="D16F3C">
              <a:alpha val="514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9" name="Shape 1307"/>
          <p:cNvSpPr/>
          <p:nvPr/>
        </p:nvSpPr>
        <p:spPr>
          <a:xfrm>
            <a:off x="5179149" y="4822680"/>
            <a:ext cx="74219" cy="10973"/>
          </a:xfrm>
          <a:prstGeom prst="rect">
            <a:avLst/>
          </a:prstGeom>
          <a:solidFill>
            <a:srgbClr val="E2964A">
              <a:alpha val="5031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0" name="Shape 1308"/>
          <p:cNvSpPr/>
          <p:nvPr/>
        </p:nvSpPr>
        <p:spPr>
          <a:xfrm>
            <a:off x="4294506" y="4741547"/>
            <a:ext cx="145460" cy="10973"/>
          </a:xfrm>
          <a:prstGeom prst="rect">
            <a:avLst/>
          </a:prstGeom>
          <a:solidFill>
            <a:srgbClr val="E3994B">
              <a:alpha val="459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1" name="Shape 1309"/>
          <p:cNvSpPr/>
          <p:nvPr/>
        </p:nvSpPr>
        <p:spPr>
          <a:xfrm>
            <a:off x="6136211" y="4817767"/>
            <a:ext cx="258590" cy="10973"/>
          </a:xfrm>
          <a:prstGeom prst="rect">
            <a:avLst/>
          </a:prstGeom>
          <a:solidFill>
            <a:srgbClr val="DB8544">
              <a:alpha val="471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2" name="Shape 1310"/>
          <p:cNvSpPr/>
          <p:nvPr/>
        </p:nvSpPr>
        <p:spPr>
          <a:xfrm>
            <a:off x="5057376" y="4680895"/>
            <a:ext cx="212278" cy="10973"/>
          </a:xfrm>
          <a:prstGeom prst="rect">
            <a:avLst/>
          </a:prstGeom>
          <a:solidFill>
            <a:srgbClr val="DD8B46">
              <a:alpha val="3287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3" name="Shape 1311"/>
          <p:cNvSpPr/>
          <p:nvPr/>
        </p:nvSpPr>
        <p:spPr>
          <a:xfrm>
            <a:off x="5748628" y="4716894"/>
            <a:ext cx="110265" cy="10973"/>
          </a:xfrm>
          <a:prstGeom prst="rect">
            <a:avLst/>
          </a:prstGeom>
          <a:solidFill>
            <a:srgbClr val="D67A40">
              <a:alpha val="4236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4" name="Shape 1312"/>
          <p:cNvSpPr/>
          <p:nvPr/>
        </p:nvSpPr>
        <p:spPr>
          <a:xfrm>
            <a:off x="5774348" y="4823325"/>
            <a:ext cx="270505" cy="10973"/>
          </a:xfrm>
          <a:prstGeom prst="rect">
            <a:avLst/>
          </a:prstGeom>
          <a:solidFill>
            <a:srgbClr val="E19449">
              <a:alpha val="488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5" name="Shape 1313"/>
          <p:cNvSpPr/>
          <p:nvPr/>
        </p:nvSpPr>
        <p:spPr>
          <a:xfrm>
            <a:off x="5892192" y="4822479"/>
            <a:ext cx="152816" cy="10973"/>
          </a:xfrm>
          <a:prstGeom prst="rect">
            <a:avLst/>
          </a:prstGeom>
          <a:solidFill>
            <a:srgbClr val="D67B40">
              <a:alpha val="5004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6" name="Shape 1314"/>
          <p:cNvSpPr/>
          <p:nvPr/>
        </p:nvSpPr>
        <p:spPr>
          <a:xfrm>
            <a:off x="6110675" y="4866346"/>
            <a:ext cx="256028" cy="10973"/>
          </a:xfrm>
          <a:prstGeom prst="rect">
            <a:avLst/>
          </a:prstGeom>
          <a:solidFill>
            <a:srgbClr val="D5793F">
              <a:alpha val="435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7" name="Shape 1315"/>
          <p:cNvSpPr/>
          <p:nvPr/>
        </p:nvSpPr>
        <p:spPr>
          <a:xfrm>
            <a:off x="3630028" y="4880832"/>
            <a:ext cx="109835" cy="10973"/>
          </a:xfrm>
          <a:prstGeom prst="rect">
            <a:avLst/>
          </a:prstGeom>
          <a:solidFill>
            <a:srgbClr val="CA5D35">
              <a:alpha val="5305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8" name="Shape 1316"/>
          <p:cNvSpPr/>
          <p:nvPr/>
        </p:nvSpPr>
        <p:spPr>
          <a:xfrm>
            <a:off x="5718763" y="4794783"/>
            <a:ext cx="118750" cy="10973"/>
          </a:xfrm>
          <a:prstGeom prst="rect">
            <a:avLst/>
          </a:prstGeom>
          <a:solidFill>
            <a:srgbClr val="CC6337">
              <a:alpha val="491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9" name="Shape 1317"/>
          <p:cNvSpPr/>
          <p:nvPr/>
        </p:nvSpPr>
        <p:spPr>
          <a:xfrm>
            <a:off x="6345197" y="4733947"/>
            <a:ext cx="256404" cy="10973"/>
          </a:xfrm>
          <a:prstGeom prst="rect">
            <a:avLst/>
          </a:prstGeom>
          <a:solidFill>
            <a:srgbClr val="DF9048">
              <a:alpha val="3470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0" name="Shape 1318"/>
          <p:cNvSpPr/>
          <p:nvPr/>
        </p:nvSpPr>
        <p:spPr>
          <a:xfrm>
            <a:off x="5128919" y="4766632"/>
            <a:ext cx="278862" cy="10973"/>
          </a:xfrm>
          <a:prstGeom prst="rect">
            <a:avLst/>
          </a:prstGeom>
          <a:solidFill>
            <a:srgbClr val="E2964A">
              <a:alpha val="5038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1" name="Shape 1319"/>
          <p:cNvSpPr/>
          <p:nvPr/>
        </p:nvSpPr>
        <p:spPr>
          <a:xfrm>
            <a:off x="4030922" y="4815214"/>
            <a:ext cx="285995" cy="10973"/>
          </a:xfrm>
          <a:prstGeom prst="rect">
            <a:avLst/>
          </a:prstGeom>
          <a:solidFill>
            <a:srgbClr val="D06C3B">
              <a:alpha val="5152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2" name="Shape 1320"/>
          <p:cNvSpPr/>
          <p:nvPr/>
        </p:nvSpPr>
        <p:spPr>
          <a:xfrm>
            <a:off x="6335525" y="4678874"/>
            <a:ext cx="160820" cy="10973"/>
          </a:xfrm>
          <a:prstGeom prst="rect">
            <a:avLst/>
          </a:prstGeom>
          <a:solidFill>
            <a:srgbClr val="D5783F">
              <a:alpha val="428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3" name="Shape 1321"/>
          <p:cNvSpPr/>
          <p:nvPr/>
        </p:nvSpPr>
        <p:spPr>
          <a:xfrm>
            <a:off x="6315034" y="4738605"/>
            <a:ext cx="175725" cy="10973"/>
          </a:xfrm>
          <a:prstGeom prst="rect">
            <a:avLst/>
          </a:prstGeom>
          <a:solidFill>
            <a:srgbClr val="CF6A3A">
              <a:alpha val="3819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4" name="Shape 1322"/>
          <p:cNvSpPr/>
          <p:nvPr/>
        </p:nvSpPr>
        <p:spPr>
          <a:xfrm>
            <a:off x="5100808" y="4841455"/>
            <a:ext cx="108689" cy="10973"/>
          </a:xfrm>
          <a:prstGeom prst="rect">
            <a:avLst/>
          </a:prstGeom>
          <a:solidFill>
            <a:srgbClr val="E49B4C">
              <a:alpha val="5040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5" name="Shape 1323"/>
          <p:cNvSpPr/>
          <p:nvPr/>
        </p:nvSpPr>
        <p:spPr>
          <a:xfrm>
            <a:off x="3343968" y="4647002"/>
            <a:ext cx="199258" cy="10973"/>
          </a:xfrm>
          <a:prstGeom prst="rect">
            <a:avLst/>
          </a:prstGeom>
          <a:solidFill>
            <a:srgbClr val="C95D35">
              <a:alpha val="3011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6" name="Shape 1324"/>
          <p:cNvSpPr/>
          <p:nvPr/>
        </p:nvSpPr>
        <p:spPr>
          <a:xfrm>
            <a:off x="5958716" y="4651090"/>
            <a:ext cx="265234" cy="10973"/>
          </a:xfrm>
          <a:prstGeom prst="rect">
            <a:avLst/>
          </a:prstGeom>
          <a:solidFill>
            <a:srgbClr val="C95C35">
              <a:alpha val="5049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7" name="Shape 1325"/>
          <p:cNvSpPr/>
          <p:nvPr/>
        </p:nvSpPr>
        <p:spPr>
          <a:xfrm>
            <a:off x="4071891" y="4653422"/>
            <a:ext cx="102400" cy="10973"/>
          </a:xfrm>
          <a:prstGeom prst="rect">
            <a:avLst/>
          </a:prstGeom>
          <a:solidFill>
            <a:srgbClr val="CC6337">
              <a:alpha val="456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8" name="Shape 1326"/>
          <p:cNvSpPr/>
          <p:nvPr/>
        </p:nvSpPr>
        <p:spPr>
          <a:xfrm>
            <a:off x="4064025" y="4655870"/>
            <a:ext cx="92980" cy="10973"/>
          </a:xfrm>
          <a:prstGeom prst="rect">
            <a:avLst/>
          </a:prstGeom>
          <a:solidFill>
            <a:srgbClr val="DB8644">
              <a:alpha val="3755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9" name="Shape 1327"/>
          <p:cNvSpPr/>
          <p:nvPr/>
        </p:nvSpPr>
        <p:spPr>
          <a:xfrm>
            <a:off x="3177924" y="2840238"/>
            <a:ext cx="2712018" cy="209528"/>
          </a:xfrm>
          <a:prstGeom prst="ellipse">
            <a:avLst/>
          </a:prstGeom>
          <a:solidFill>
            <a:srgbClr val="4A3B6B">
              <a:alpha val="1733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0" name="Shape 1328"/>
          <p:cNvSpPr/>
          <p:nvPr/>
        </p:nvSpPr>
        <p:spPr>
          <a:xfrm>
            <a:off x="3779864" y="2644691"/>
            <a:ext cx="940309" cy="150300"/>
          </a:xfrm>
          <a:prstGeom prst="ellipse">
            <a:avLst/>
          </a:prstGeom>
          <a:solidFill>
            <a:srgbClr val="4A3B6B">
              <a:alpha val="914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1" name="Shape 1329"/>
          <p:cNvSpPr/>
          <p:nvPr/>
        </p:nvSpPr>
        <p:spPr>
          <a:xfrm>
            <a:off x="-346019" y="2834658"/>
            <a:ext cx="1723656" cy="129642"/>
          </a:xfrm>
          <a:prstGeom prst="ellipse">
            <a:avLst/>
          </a:prstGeom>
          <a:solidFill>
            <a:srgbClr val="4A3B6B">
              <a:alpha val="97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2" name="Shape 1330"/>
          <p:cNvSpPr/>
          <p:nvPr/>
        </p:nvSpPr>
        <p:spPr>
          <a:xfrm>
            <a:off x="6596349" y="2573210"/>
            <a:ext cx="2728632" cy="215221"/>
          </a:xfrm>
          <a:prstGeom prst="ellipse">
            <a:avLst/>
          </a:prstGeom>
          <a:solidFill>
            <a:srgbClr val="4A3B6B">
              <a:alpha val="178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3" name="Shape 1331"/>
          <p:cNvSpPr/>
          <p:nvPr/>
        </p:nvSpPr>
        <p:spPr>
          <a:xfrm>
            <a:off x="4983156" y="2706929"/>
            <a:ext cx="1023200" cy="206687"/>
          </a:xfrm>
          <a:prstGeom prst="ellipse">
            <a:avLst/>
          </a:prstGeom>
          <a:solidFill>
            <a:srgbClr val="4A3B6B">
              <a:alpha val="765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4" name="Shape 1332"/>
          <p:cNvSpPr/>
          <p:nvPr/>
        </p:nvSpPr>
        <p:spPr>
          <a:xfrm>
            <a:off x="1057722" y="2656911"/>
            <a:ext cx="1462696" cy="206785"/>
          </a:xfrm>
          <a:prstGeom prst="ellipse">
            <a:avLst/>
          </a:prstGeom>
          <a:solidFill>
            <a:srgbClr val="4A3B6B">
              <a:alpha val="786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5" name="Shape 1333"/>
          <p:cNvSpPr/>
          <p:nvPr/>
        </p:nvSpPr>
        <p:spPr>
          <a:xfrm>
            <a:off x="6964065" y="2819404"/>
            <a:ext cx="2426497" cy="125837"/>
          </a:xfrm>
          <a:prstGeom prst="ellipse">
            <a:avLst/>
          </a:prstGeom>
          <a:solidFill>
            <a:srgbClr val="4A3B6B">
              <a:alpha val="1371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6" name="Shape 1334"/>
          <p:cNvSpPr/>
          <p:nvPr/>
        </p:nvSpPr>
        <p:spPr>
          <a:xfrm>
            <a:off x="5432201" y="2837910"/>
            <a:ext cx="1771259" cy="133461"/>
          </a:xfrm>
          <a:prstGeom prst="ellipse">
            <a:avLst/>
          </a:prstGeom>
          <a:solidFill>
            <a:srgbClr val="4A3B6B">
              <a:alpha val="1270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7" name="Shape 1335"/>
          <p:cNvSpPr/>
          <p:nvPr/>
        </p:nvSpPr>
        <p:spPr>
          <a:xfrm>
            <a:off x="-374558" y="2689224"/>
            <a:ext cx="1206832" cy="124685"/>
          </a:xfrm>
          <a:prstGeom prst="ellipse">
            <a:avLst/>
          </a:prstGeom>
          <a:solidFill>
            <a:srgbClr val="4A3B6B">
              <a:alpha val="1186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8" name="Shape 1336"/>
          <p:cNvSpPr/>
          <p:nvPr/>
        </p:nvSpPr>
        <p:spPr>
          <a:xfrm>
            <a:off x="5437343" y="2577028"/>
            <a:ext cx="1565806" cy="95054"/>
          </a:xfrm>
          <a:prstGeom prst="ellipse">
            <a:avLst/>
          </a:prstGeom>
          <a:solidFill>
            <a:srgbClr val="4A3B6B">
              <a:alpha val="1494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9" name="Shape 1337"/>
          <p:cNvSpPr/>
          <p:nvPr/>
        </p:nvSpPr>
        <p:spPr>
          <a:xfrm>
            <a:off x="-411056" y="2692351"/>
            <a:ext cx="1525101" cy="118092"/>
          </a:xfrm>
          <a:prstGeom prst="ellipse">
            <a:avLst/>
          </a:prstGeom>
          <a:solidFill>
            <a:srgbClr val="4A3B6B">
              <a:alpha val="1524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0" name="Shape 1338"/>
          <p:cNvSpPr/>
          <p:nvPr/>
        </p:nvSpPr>
        <p:spPr>
          <a:xfrm>
            <a:off x="4007081" y="2696834"/>
            <a:ext cx="1823088" cy="108409"/>
          </a:xfrm>
          <a:prstGeom prst="ellipse">
            <a:avLst/>
          </a:prstGeom>
          <a:solidFill>
            <a:srgbClr val="4A3B6B">
              <a:alpha val="608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1" name="Shape 1339"/>
          <p:cNvSpPr/>
          <p:nvPr/>
        </p:nvSpPr>
        <p:spPr>
          <a:xfrm>
            <a:off x="6107702" y="2740970"/>
            <a:ext cx="1215684" cy="161226"/>
          </a:xfrm>
          <a:prstGeom prst="ellipse">
            <a:avLst/>
          </a:prstGeom>
          <a:solidFill>
            <a:srgbClr val="4A3B6B">
              <a:alpha val="19772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2" name="Shape 1340"/>
          <p:cNvSpPr/>
          <p:nvPr/>
        </p:nvSpPr>
        <p:spPr>
          <a:xfrm>
            <a:off x="2972833" y="2703551"/>
            <a:ext cx="2173611" cy="207685"/>
          </a:xfrm>
          <a:prstGeom prst="ellipse">
            <a:avLst/>
          </a:prstGeom>
          <a:solidFill>
            <a:srgbClr val="4A3B6B">
              <a:alpha val="1568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3" name="Shape 1341"/>
          <p:cNvSpPr/>
          <p:nvPr/>
        </p:nvSpPr>
        <p:spPr>
          <a:xfrm>
            <a:off x="7573651" y="2604424"/>
            <a:ext cx="2021476" cy="148295"/>
          </a:xfrm>
          <a:prstGeom prst="ellipse">
            <a:avLst/>
          </a:prstGeom>
          <a:solidFill>
            <a:srgbClr val="4A3B6B">
              <a:alpha val="1270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4" name="Shape 134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5" name="Shape 134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6" name="Shape 134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48" name="Image 2" descr="/Users/dominickdefazio/Documents/dispatchConceirge/workspace/art-final/synaptic-logo.svg">
            <a:extLst>
              <a:ext uri="{FF2B5EF4-FFF2-40B4-BE49-F238E27FC236}">
                <a16:creationId xmlns:a16="http://schemas.microsoft.com/office/drawing/2014/main" id="{209E91CE-AB26-4418-0C62-238ED08BE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676" y="4569443"/>
            <a:ext cx="22860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2279</Words>
  <Application>Microsoft Macintosh PowerPoint</Application>
  <PresentationFormat>On-screen Show (16:9)</PresentationFormat>
  <Paragraphs>616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Synaptic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Infrastructure Overview</dc:title>
  <dc:subject>Delivery Infrastructure for CEO Approval</dc:subject>
  <dc:creator>Dom</dc:creator>
  <cp:lastModifiedBy>Dominick Defazio</cp:lastModifiedBy>
  <cp:revision>3</cp:revision>
  <dcterms:created xsi:type="dcterms:W3CDTF">2026-01-24T04:20:37Z</dcterms:created>
  <dcterms:modified xsi:type="dcterms:W3CDTF">2026-01-24T05:25:12Z</dcterms:modified>
</cp:coreProperties>
</file>