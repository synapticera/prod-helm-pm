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9" r:id="rId4"/>
    <p:sldId id="296" r:id="rId5"/>
    <p:sldId id="297" r:id="rId6"/>
    <p:sldId id="298" r:id="rId7"/>
    <p:sldId id="260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292" r:id="rId16"/>
    <p:sldId id="258" r:id="rId17"/>
    <p:sldId id="293" r:id="rId18"/>
    <p:sldId id="294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1" r:id="rId39"/>
    <p:sldId id="283" r:id="rId40"/>
    <p:sldId id="284" r:id="rId41"/>
    <p:sldId id="291" r:id="rId4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97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59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0" y="2560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Plan 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4114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1.0 | January 2026 | Dom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44348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Spec: </a:t>
            </a:r>
            <a:r>
              <a:rPr lang="en-US" sz="900" dirty="0" err="1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</a:t>
            </a:r>
            <a:r>
              <a:rPr lang="en-US" sz="9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900" dirty="0" err="1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synapticera</a:t>
            </a:r>
            <a:r>
              <a:rPr lang="en-US" sz="9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/helm-miner/docs/specs/SPEC-DELIVERY-</a:t>
            </a:r>
            <a:r>
              <a:rPr lang="en-US" sz="900" dirty="0" err="1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INFRASTRUCTURE.md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2" descr="/Users/dominickdefazio/Documents/dispatchConceirge/workspace/art-final/synaptic-logo.svg">
            <a:extLst>
              <a:ext uri="{FF2B5EF4-FFF2-40B4-BE49-F238E27FC236}">
                <a16:creationId xmlns:a16="http://schemas.microsoft.com/office/drawing/2014/main" id="{EF16AE6C-2B9D-AB3D-6227-87FA570049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000" y="457200"/>
            <a:ext cx="22860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8-Stage AI-Integrated Pipeline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8-Stage Delivery Pipeline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02455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&gt; Spec &gt; Task &gt; Implement &gt; Validate &gt; Staging &gt; Release &gt; Monitor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62587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Ownership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913935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stage has defined owner and responsibilities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42535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Outputs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325415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produces specific deliverables before proceeding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554015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Throughout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768427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assists at every stage: drafting, coding, reviewing, deploying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77724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914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114300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9160" y="12801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14630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GCP Cloud Run (agent-finder + staging)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16916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18745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for automated workflows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21031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22860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(MIN project for all tickets)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25146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Task Tracking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26974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MCP (Claude-integrated)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29260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31089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 new tooling costs - use existing infra + free tiers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Structure &amp; Roles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36576" cy="39319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4E8473E-AE28-FD0B-5E3E-5D59BBE051EB}"/>
              </a:ext>
            </a:extLst>
          </p:cNvPr>
          <p:cNvGrpSpPr/>
          <p:nvPr/>
        </p:nvGrpSpPr>
        <p:grpSpPr>
          <a:xfrm>
            <a:off x="2377440" y="777240"/>
            <a:ext cx="2103120" cy="3931920"/>
            <a:chOff x="182880" y="777240"/>
            <a:chExt cx="2103120" cy="3931920"/>
          </a:xfrm>
        </p:grpSpPr>
        <p:sp>
          <p:nvSpPr>
            <p:cNvPr id="4" name="Shape 2"/>
            <p:cNvSpPr/>
            <p:nvPr/>
          </p:nvSpPr>
          <p:spPr>
            <a:xfrm>
              <a:off x="182880" y="777240"/>
              <a:ext cx="2103120" cy="3931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320040" y="91440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725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Dom / Charles</a:t>
              </a:r>
              <a:endParaRPr lang="en-US" sz="13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20040" y="1234440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1A9D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Owner: Stages 2-8</a:t>
              </a:r>
              <a:endParaRPr lang="en-US" sz="11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20040" y="1508760"/>
              <a:ext cx="1828800" cy="30632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>
                <a:spcAft>
                  <a:spcPts val="400"/>
                </a:spcAft>
              </a:pPr>
              <a:r>
                <a:rPr lang="en-US" sz="1000" dirty="0">
                  <a:solidFill>
                    <a:srgbClr val="44546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Writes specs</a:t>
              </a:r>
              <a:endParaRPr lang="en-US" sz="1000" dirty="0"/>
            </a:p>
            <a:p>
              <a:pPr>
                <a:spcAft>
                  <a:spcPts val="400"/>
                </a:spcAft>
              </a:pPr>
              <a:r>
                <a:rPr lang="en-US" sz="1000" dirty="0">
                  <a:solidFill>
                    <a:srgbClr val="44546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Creates tasks</a:t>
              </a:r>
              <a:endParaRPr lang="en-US" sz="1000" dirty="0"/>
            </a:p>
            <a:p>
              <a:pPr>
                <a:spcAft>
                  <a:spcPts val="400"/>
                </a:spcAft>
              </a:pPr>
              <a:r>
                <a:rPr lang="en-US" sz="1000" dirty="0">
                  <a:solidFill>
                    <a:srgbClr val="44546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Reviews PRs</a:t>
              </a:r>
              <a:endParaRPr lang="en-US" sz="1000" dirty="0"/>
            </a:p>
            <a:p>
              <a:pPr>
                <a:spcAft>
                  <a:spcPts val="400"/>
                </a:spcAft>
              </a:pPr>
              <a:r>
                <a:rPr lang="en-US" sz="1000" dirty="0">
                  <a:solidFill>
                    <a:srgbClr val="44546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Deploys to prod</a:t>
              </a:r>
              <a:endParaRPr lang="en-US" sz="1000" dirty="0"/>
            </a:p>
            <a:p>
              <a:pPr>
                <a:spcAft>
                  <a:spcPts val="400"/>
                </a:spcAft>
              </a:pPr>
              <a:r>
                <a:rPr lang="en-US" sz="1000" dirty="0">
                  <a:solidFill>
                    <a:srgbClr val="44546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Unblocks team</a:t>
              </a:r>
            </a:p>
            <a:p>
              <a:pPr>
                <a:spcAft>
                  <a:spcPts val="400"/>
                </a:spcAft>
              </a:pPr>
              <a:r>
                <a:rPr lang="en-US" sz="1000" dirty="0">
                  <a:solidFill>
                    <a:srgbClr val="44546A"/>
                  </a:solidFill>
                  <a:latin typeface="Arial" pitchFamily="34" charset="0"/>
                  <a:cs typeface="Arial" pitchFamily="34" charset="-120"/>
                </a:rPr>
                <a:t>Does implementation too</a:t>
              </a:r>
              <a:endParaRPr lang="en-US" sz="1000" dirty="0"/>
            </a:p>
          </p:txBody>
        </p:sp>
      </p:grpSp>
      <p:sp>
        <p:nvSpPr>
          <p:cNvPr id="10" name="Shape 8"/>
          <p:cNvSpPr/>
          <p:nvPr/>
        </p:nvSpPr>
        <p:spPr>
          <a:xfrm>
            <a:off x="2377440" y="777240"/>
            <a:ext cx="36576" cy="39319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B626A6E-DDF3-B454-1A7D-FF836A12DABA}"/>
              </a:ext>
            </a:extLst>
          </p:cNvPr>
          <p:cNvGrpSpPr/>
          <p:nvPr/>
        </p:nvGrpSpPr>
        <p:grpSpPr>
          <a:xfrm>
            <a:off x="224028" y="777240"/>
            <a:ext cx="2103120" cy="3931920"/>
            <a:chOff x="2377440" y="777240"/>
            <a:chExt cx="2103120" cy="3931920"/>
          </a:xfrm>
        </p:grpSpPr>
        <p:sp>
          <p:nvSpPr>
            <p:cNvPr id="9" name="Shape 7"/>
            <p:cNvSpPr/>
            <p:nvPr/>
          </p:nvSpPr>
          <p:spPr>
            <a:xfrm>
              <a:off x="2377440" y="777240"/>
              <a:ext cx="2103120" cy="3931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2514600" y="91440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725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Bill (CEO)</a:t>
              </a:r>
              <a:endParaRPr lang="en-US" sz="13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514600" y="1234440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1A9D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Owner: Stage 1 (Intake)</a:t>
              </a:r>
              <a:endParaRPr lang="en-US" sz="11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514600" y="1508760"/>
              <a:ext cx="1828800" cy="30632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>
                <a:spcAft>
                  <a:spcPts val="400"/>
                </a:spcAft>
              </a:pPr>
              <a:r>
                <a:rPr lang="en-US" sz="1000" dirty="0">
                  <a:solidFill>
                    <a:srgbClr val="44546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Product direction</a:t>
              </a:r>
              <a:endParaRPr lang="en-US" sz="1000" dirty="0"/>
            </a:p>
            <a:p>
              <a:pPr>
                <a:spcAft>
                  <a:spcPts val="400"/>
                </a:spcAft>
              </a:pPr>
              <a:r>
                <a:rPr lang="en-US" sz="1000" dirty="0">
                  <a:solidFill>
                    <a:srgbClr val="44546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Backlog priority</a:t>
              </a:r>
              <a:endParaRPr lang="en-US" sz="1000" dirty="0"/>
            </a:p>
            <a:p>
              <a:pPr>
                <a:spcAft>
                  <a:spcPts val="400"/>
                </a:spcAft>
              </a:pPr>
              <a:r>
                <a:rPr lang="en-US" sz="1000" dirty="0">
                  <a:solidFill>
                    <a:srgbClr val="44546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Feature decisions</a:t>
              </a:r>
              <a:endParaRPr lang="en-US" sz="1000" dirty="0"/>
            </a:p>
            <a:p>
              <a:pPr>
                <a:spcAft>
                  <a:spcPts val="400"/>
                </a:spcAft>
              </a:pPr>
              <a:r>
                <a:rPr lang="en-US" sz="1000" dirty="0">
                  <a:solidFill>
                    <a:srgbClr val="44546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Product Planning</a:t>
              </a:r>
              <a:endParaRPr lang="en-US" sz="1000" dirty="0"/>
            </a:p>
          </p:txBody>
        </p:sp>
      </p:grpSp>
      <p:sp>
        <p:nvSpPr>
          <p:cNvPr id="14" name="Shape 12"/>
          <p:cNvSpPr/>
          <p:nvPr/>
        </p:nvSpPr>
        <p:spPr>
          <a:xfrm>
            <a:off x="4572000" y="777240"/>
            <a:ext cx="21031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777240"/>
            <a:ext cx="36576" cy="39319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Rehan / Jeevan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1234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Stage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1508760"/>
            <a:ext cx="18288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Implements tasks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tests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PRs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AI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777240"/>
            <a:ext cx="21031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66560" y="777240"/>
            <a:ext cx="36576" cy="39319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0372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(TBD)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1234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Stage 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1508760"/>
            <a:ext cx="18288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testing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acceptance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verification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&amp; Our Solution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4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1A9DB"/>
                </a:solidFill>
              </a:rPr>
              <a:t>•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leaders drowning in data, starving for insights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1A9DB"/>
                </a:solidFill>
              </a:rPr>
              <a:t>•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generates massive data (cases, CSAT, SLAs, agent activity)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79222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1A9DB"/>
                </a:solidFill>
              </a:rPr>
              <a:t>•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79222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spent in reports, dashboards, spreadsheets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13969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1A9DB"/>
                </a:solidFill>
              </a:rPr>
              <a:t>•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13969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unified view of human team + AI/bot performance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4871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1A9DB"/>
                </a:solidFill>
              </a:rPr>
              <a:t>•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4871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are reactive (monthly) not proactive (daily)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8346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1A9DB"/>
                </a:solidFill>
              </a:rPr>
              <a:t>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834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question requires admin or analyst involvement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097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1A9DB"/>
                </a:solidFill>
              </a:rPr>
              <a:t>•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platform: ask questions → get rendered UI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144475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1A9DB"/>
                </a:solidFill>
              </a:rPr>
              <a:t>•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14447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Chat is input, not product. Dashboards ARE the product.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179222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1A9DB"/>
                </a:solidFill>
              </a:rPr>
              <a:t>•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179222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Auto-discovery scans SF org (queues, case types, AI setup)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213969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1A9DB"/>
                </a:solidFill>
              </a:rPr>
              <a:t>•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213969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onboarding learns role + priorities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24871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1A9DB"/>
                </a:solidFill>
              </a:rPr>
              <a:t>•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24871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briefings surface issues proactively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28346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1A9DB"/>
                </a:solidFill>
              </a:rPr>
              <a:t>•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2834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maps show "why" behind metrics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solidFill>
            <a:srgbClr val="F4F6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65760" y="4206240"/>
            <a:ext cx="54864" cy="548640"/>
          </a:xfrm>
          <a:prstGeom prst="rect">
            <a:avLst/>
          </a:prstGeom>
          <a:solidFill>
            <a:srgbClr val="FB4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is my team doing?" → 30 seconds, not 30 minutes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- 4 Agent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Question → Orchestrator → [Data | Metadata | Insight] → UI Spec → Frontend Render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54864" cy="2011680"/>
          </a:xfrm>
          <a:prstGeom prst="rect">
            <a:avLst/>
          </a:prstGeom>
          <a:solidFill>
            <a:srgbClr val="FB4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requests, conducts interviews, decides UI layout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2880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spec with widget array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137160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0" y="1371600"/>
            <a:ext cx="54864" cy="2011680"/>
          </a:xfrm>
          <a:prstGeom prst="rect">
            <a:avLst/>
          </a:prstGeom>
          <a:solidFill>
            <a:srgbClr val="FB4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9748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Agent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1828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97480" y="2011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for operational metrics (cases, agents, queues)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97480" y="26974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97480" y="2880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data for widgets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1371600"/>
            <a:ext cx="54864" cy="2011680"/>
          </a:xfrm>
          <a:prstGeom prst="rect">
            <a:avLst/>
          </a:prstGeom>
          <a:solidFill>
            <a:srgbClr val="FB4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Agent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1828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92040" y="2011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Discovers org config (record types, flows, Einstein setup)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6974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92040" y="2880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insights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49440" y="137160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949440" y="1371600"/>
            <a:ext cx="54864" cy="2011680"/>
          </a:xfrm>
          <a:prstGeom prst="rect">
            <a:avLst/>
          </a:prstGeom>
          <a:solidFill>
            <a:srgbClr val="FB4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08660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Agent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86600" y="1828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086600" y="2011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patterns, generates trends, recommendations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86600" y="26974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086600" y="2880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widget specs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657600"/>
            <a:ext cx="841248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from 24 agents to 4 focused agents. Why? Simpler orchestration, clearer ownership, easier debugging.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Frontend (Vercel)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822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8229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8412480" cy="292608"/>
          </a:xfrm>
          <a:prstGeom prst="rect">
            <a:avLst/>
          </a:prstGeom>
          <a:solidFill>
            <a:srgbClr val="F4F6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0" y="11430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 (App Router)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11430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streaming, AI SDK integration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435608"/>
            <a:ext cx="84124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Library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14356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14356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features, concurrent rendering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728216"/>
            <a:ext cx="8412480" cy="292608"/>
          </a:xfrm>
          <a:prstGeom prst="rect">
            <a:avLst/>
          </a:prstGeom>
          <a:solidFill>
            <a:srgbClr val="F4F6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172821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0" y="17282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17282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safety, better DX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020824"/>
            <a:ext cx="84124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0208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6000" y="20208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202082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iteration, consistent design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313432"/>
            <a:ext cx="8412480" cy="292608"/>
          </a:xfrm>
          <a:prstGeom prst="rect">
            <a:avLst/>
          </a:prstGeom>
          <a:solidFill>
            <a:srgbClr val="F4F6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2313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231343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shadcn/ui + Radix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231343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Accessible, customizable primitives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606040"/>
            <a:ext cx="84124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26060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86000" y="2606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Tremor or Recharts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0" y="26060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Dashboard-ready visualizations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2898648"/>
            <a:ext cx="8412480" cy="292608"/>
          </a:xfrm>
          <a:prstGeom prst="rect">
            <a:avLst/>
          </a:prstGeom>
          <a:solidFill>
            <a:srgbClr val="F4F6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28986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86000" y="28986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AI SDK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0" y="28986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streaming, no Docker buffering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191256"/>
            <a:ext cx="84124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3191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0" y="319125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0" y="319125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performant state management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3483864"/>
            <a:ext cx="8412480" cy="292608"/>
          </a:xfrm>
          <a:prstGeom prst="rect">
            <a:avLst/>
          </a:prstGeom>
          <a:solidFill>
            <a:srgbClr val="F4F6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34838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286000" y="348386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0" y="348386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network, zero-config, AI SDK native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3977640"/>
            <a:ext cx="8412480" cy="68580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Vercel? Native AI SDK streaming. Edge network. No Docker buffering issues that plagued Cloud Run frontend attempts.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Backend (Google Cloud Run)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822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8229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8412480" cy="320040"/>
          </a:xfrm>
          <a:prstGeom prst="rect">
            <a:avLst/>
          </a:prstGeom>
          <a:solidFill>
            <a:srgbClr val="F4F6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(async)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1143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performance, native async, OpenAPI docs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463040"/>
            <a:ext cx="841248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2.0 (async)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async support, type hints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783080"/>
            <a:ext cx="8412480" cy="320040"/>
          </a:xfrm>
          <a:prstGeom prst="rect">
            <a:avLst/>
          </a:prstGeom>
          <a:solidFill>
            <a:srgbClr val="F4F6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1783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Proven, scalable, RLS support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103120"/>
            <a:ext cx="841248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AI/Agents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2103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Checkpointing, tool orchestration, state graphs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423160"/>
            <a:ext cx="8412480" cy="320040"/>
          </a:xfrm>
          <a:prstGeom prst="rect">
            <a:avLst/>
          </a:prstGeom>
          <a:solidFill>
            <a:srgbClr val="F4F6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86000" y="2423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+ Anthropic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2423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for cost, Anthropic for quality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743200"/>
            <a:ext cx="841248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 2.0 + JWT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2743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infra, secure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063240"/>
            <a:ext cx="8412480" cy="320040"/>
          </a:xfrm>
          <a:prstGeom prst="rect">
            <a:avLst/>
          </a:prstGeom>
          <a:solidFill>
            <a:srgbClr val="F4F6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8600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Run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0" y="3063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infra, Python ecosystem, auto-scaling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474720"/>
            <a:ext cx="41148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3566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FastAPI? Native async. Auto-generated OpenAPI. Better performance for agent workloads.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3474720"/>
            <a:ext cx="41148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3566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both LLMs? Gemini for high-volume, cost-sensitive. Anthropic for complex reasoning, quality-critical.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 Migration: Keep vs. Discard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(Extract &amp; Adapt)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4864" cy="2560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API calls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194560" y="10515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app/api/salesforce/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566160" y="10515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344168"/>
            <a:ext cx="54864" cy="2560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3441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patterns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94560" y="13441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app/core/agents/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566160" y="1344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1636776"/>
            <a:ext cx="54864" cy="2560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16367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prompts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194560" y="16367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Various agents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566160" y="163677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1929384"/>
            <a:ext cx="54864" cy="2560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19293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definitions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94560" y="19293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configs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566160" y="192938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2221992"/>
            <a:ext cx="54864" cy="2560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22219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discovery logic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94560" y="22219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agent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566160" y="22219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2514600"/>
            <a:ext cx="54864" cy="2560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25146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flow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194560" y="25146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app/core/auth/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566160" y="25146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2807208"/>
            <a:ext cx="54864" cy="2560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28072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processing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194560" y="28072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app/core/file_processors/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566160" y="28072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3099816"/>
            <a:ext cx="54864" cy="2560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" y="30998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extraction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194560" y="3099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app/core/insights/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566160" y="3099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3392424"/>
            <a:ext cx="54864" cy="2560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" y="33924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 Studio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194560" y="33924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app/</a:t>
            </a:r>
            <a:r>
              <a:rPr lang="en-US" sz="700" dirty="0" err="1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566160" y="339242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simpler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5760" y="3685032"/>
            <a:ext cx="54864" cy="2560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2920" y="36850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Map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194560" y="36850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Cytoscape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566160" y="36850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as deep-dive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5488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4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DISCARD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0" y="1051560"/>
            <a:ext cx="54864" cy="411480"/>
          </a:xfrm>
          <a:prstGeom prst="rect">
            <a:avLst/>
          </a:prstGeom>
          <a:solidFill>
            <a:srgbClr val="FB4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92040" y="1051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code (non-GenUI)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92040" y="12527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 to Next.js/React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0" y="1508760"/>
            <a:ext cx="54864" cy="411480"/>
          </a:xfrm>
          <a:prstGeom prst="rect">
            <a:avLst/>
          </a:prstGeom>
          <a:solidFill>
            <a:srgbClr val="FB4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92040" y="1508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ORM (BaseEntity)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92040" y="17099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SQLAlchemy async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754880" y="1965960"/>
            <a:ext cx="54864" cy="411480"/>
          </a:xfrm>
          <a:prstGeom prst="rect">
            <a:avLst/>
          </a:prstGeom>
          <a:solidFill>
            <a:srgbClr val="FB4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892040" y="1965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isolation code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92040" y="21671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Replaced by RLS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754880" y="2423160"/>
            <a:ext cx="54864" cy="411480"/>
          </a:xfrm>
          <a:prstGeom prst="rect">
            <a:avLst/>
          </a:prstGeom>
          <a:solidFill>
            <a:srgbClr val="FB4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892040" y="2423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agents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892040" y="26243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 to 4 agents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54880" y="2880360"/>
            <a:ext cx="54864" cy="411480"/>
          </a:xfrm>
          <a:prstGeom prst="rect">
            <a:avLst/>
          </a:prstGeom>
          <a:solidFill>
            <a:srgbClr val="FB4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892040" y="2880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templates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892040" y="30815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App Router pages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patterns, not code. Domain knowledge (prompts, SF logic, GenUI) is valuable. Infrastructure code (ORM, tenancy) is not.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Database &amp; Multi-Tenancy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solidFill>
            <a:srgbClr val="F4F6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 Abandon schema isolation (org_{tenant}_*) in favor of Row-Level Security (RLS)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292608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12344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Isolation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0" y="12344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(Chosen)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527048"/>
            <a:ext cx="8412480" cy="292608"/>
          </a:xfrm>
          <a:prstGeom prst="rect">
            <a:avLst/>
          </a:prstGeom>
          <a:solidFill>
            <a:srgbClr val="F4F6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5270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SQLAlchemy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0" y="152704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(search_path state)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0" y="152704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(no connection state)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819656"/>
            <a:ext cx="84124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18196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0" y="181965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(N schemas × M migrations)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0" y="181965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(single schema)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112264"/>
            <a:ext cx="8412480" cy="292608"/>
          </a:xfrm>
          <a:prstGeom prst="rect">
            <a:avLst/>
          </a:prstGeom>
          <a:solidFill>
            <a:srgbClr val="F4F6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1122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pooling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211226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reset hooks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03520" y="21122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asyncpg efficiency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404872"/>
            <a:ext cx="84124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24048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mode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86000" y="24048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schema = SILENT data leak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03520" y="240487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context = HARD error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697480"/>
            <a:ext cx="8412480" cy="292608"/>
          </a:xfrm>
          <a:prstGeom prst="rect">
            <a:avLst/>
          </a:prstGeom>
          <a:solidFill>
            <a:srgbClr val="F4F6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2697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overhead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86000" y="269748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Per-tenant provisioning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03520" y="26974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schema, policy-enforced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063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Policy (Strict Mode):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291840"/>
            <a:ext cx="4023360" cy="64008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33375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POLICY tenant_isolation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(tenant_id = current_tenant_id());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FORCE ROW LEVEL SECURITY;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0" y="3063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Middleware: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3291840"/>
            <a:ext cx="4206240" cy="64008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63440" y="33375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db.execute(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text("SET app.current_tenant = :tid"),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{"tid": str(tenant_id)})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4069080"/>
            <a:ext cx="8412480" cy="54864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RLS fails LOUDLY (hard error) vs schema isolation fails SILENTLY (wrong tenant data). Loud failures are safer.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Split Stack Deployment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solidFill>
            <a:srgbClr val="F4F6F6"/>
          </a:solidFill>
          <a:ln w="25400">
            <a:solidFill>
              <a:srgbClr val="01A9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(Edge Network)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 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Template Renderer    • GenUI Sandbox    • shadcn/ui Components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Spec Layer  |  Vercel AI SDK (streaming)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0" y="1965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HTTPS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1280160"/>
          </a:xfrm>
          <a:prstGeom prst="rect">
            <a:avLst/>
          </a:prstGeom>
          <a:solidFill>
            <a:srgbClr val="F4F6F6"/>
          </a:solidFill>
          <a:ln w="25400">
            <a:solidFill>
              <a:srgbClr val="FB4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4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RUN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5146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Middleware → RLS Middleware → Routes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301752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725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834640" y="301752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725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3464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Data Agent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725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Metadata Agent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75120" y="301752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725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7512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Agent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0" y="3566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solidFill>
            <a:srgbClr val="F4F6F6"/>
          </a:solidFill>
          <a:ln w="25400">
            <a:solidFill>
              <a:srgbClr val="0725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38404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SQL (PostgreSQL) - Single Schema + RLS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11480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Policy: tenant_id = current_setting('app.current_tenant')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Request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65760" cy="32004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asks: "How is my team doing?"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365760" cy="32004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325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hits FastAPI backend via HTTPS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365760" cy="32004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7830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validates JWT, RLS middleware sets tenant context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365760" cy="32004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2402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routes to agents; SF Data queries Salesforce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651760"/>
            <a:ext cx="365760" cy="32004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6974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composes UI Spec from agent outputs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365760" cy="32004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154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3154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Spec streams to frontend via Vercel AI SDK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365760" cy="32004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611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renders dashboard with shadcn components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822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Services: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0" y="1188720"/>
            <a:ext cx="3108960" cy="457200"/>
          </a:xfrm>
          <a:prstGeom prst="rect">
            <a:avLst/>
          </a:prstGeom>
          <a:solidFill>
            <a:srgbClr val="F4F6F6"/>
          </a:solidFill>
          <a:ln w="12700">
            <a:solidFill>
              <a:srgbClr val="01A9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60720" y="1280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(Customer Org)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60720" y="164592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SF Data Agent queries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669280" y="2011680"/>
            <a:ext cx="3108960" cy="457200"/>
          </a:xfrm>
          <a:prstGeom prst="rect">
            <a:avLst/>
          </a:prstGeom>
          <a:solidFill>
            <a:srgbClr val="F4F6F6"/>
          </a:solidFill>
          <a:ln w="12700">
            <a:solidFill>
              <a:srgbClr val="FB4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6072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(Gemini / Anthropic)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60720" y="24688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Insight Agent calls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5760" y="4069080"/>
            <a:ext cx="8412480" cy="54864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Frontend on Vercel for streaming. Backend on Cloud Run for agents. Database with RLS for multi-tenancy. Each layer optimized for its job.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Roadmap: 3 Phases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74320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1A9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2743200" cy="36576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Foundation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1A9DB"/>
                </a:solidFill>
              </a:rPr>
              <a:t>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+ Delivery Adoption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58191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1A9DB"/>
                </a:solidFill>
              </a:rPr>
              <a:t>☐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581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 err="1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 + </a:t>
            </a:r>
            <a:r>
              <a:rPr lang="en-US" sz="800" dirty="0" err="1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deployment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8836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1A9DB"/>
                </a:solidFill>
              </a:rPr>
              <a:t>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1883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Spec format + renderer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18541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1A9DB"/>
                </a:solidFill>
              </a:rPr>
              <a:t>☐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1854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SQLAlchemy async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1A9DB"/>
                </a:solidFill>
              </a:rPr>
              <a:t>☐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487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middleware + policies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7889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1A9DB"/>
                </a:solidFill>
              </a:rPr>
              <a:t>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788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integration extract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309067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1A9DB"/>
                </a:solidFill>
              </a:rPr>
              <a:t>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0906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 + Cloud Run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339242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1A9DB"/>
                </a:solidFill>
              </a:rPr>
              <a:t>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3924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 err="1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shadcn</a:t>
            </a: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800" dirty="0" err="1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Tailwind setup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46120" y="82296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46120" y="822960"/>
            <a:ext cx="2743200" cy="36576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46120" y="868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Intelligence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12801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1A9DB"/>
                </a:solidFill>
              </a:rPr>
              <a:t>☐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20440" y="1280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agent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37560" y="158191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1A9DB"/>
                </a:solidFill>
              </a:rPr>
              <a:t>☐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20440" y="1581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Data Agent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37560" y="18836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1A9DB"/>
                </a:solidFill>
              </a:rPr>
              <a:t>☐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20440" y="1883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Metadata Agent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37560" y="218541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1A9DB"/>
                </a:solidFill>
              </a:rPr>
              <a:t>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20440" y="21854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Agent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37560" y="24871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1A9DB"/>
                </a:solidFill>
              </a:rPr>
              <a:t>☐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20440" y="2487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→ agents → spec → render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37560" y="27889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1A9DB"/>
                </a:solidFill>
              </a:rPr>
              <a:t>☐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20440" y="2788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checkpoints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337560" y="309067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1A9DB"/>
                </a:solidFill>
              </a:rPr>
              <a:t>☐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520440" y="30906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responses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126480" y="82296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126480" y="822960"/>
            <a:ext cx="2743200" cy="36576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26480" y="868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GenUI Expansion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0" y="12801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1A9DB"/>
                </a:solidFill>
              </a:rPr>
              <a:t>☐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00800" y="1280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component sandbox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17920" y="158191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1A9DB"/>
                </a:solidFill>
              </a:rPr>
              <a:t>☐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00800" y="1581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 library expansion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217920" y="18836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1A9DB"/>
                </a:solidFill>
              </a:rPr>
              <a:t>☐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00800" y="1883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gallery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17920" y="218541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1A9DB"/>
                </a:solidFill>
              </a:rPr>
              <a:t>☐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00800" y="21854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features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17920" y="24871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1A9DB"/>
                </a:solidFill>
              </a:rPr>
              <a:t>☐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00800" y="2487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visualizations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E21B811A-D490-C2E9-1F01-28EB552444F0}"/>
              </a:ext>
            </a:extLst>
          </p:cNvPr>
          <p:cNvSpPr/>
          <p:nvPr/>
        </p:nvSpPr>
        <p:spPr>
          <a:xfrm>
            <a:off x="457200" y="366674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1A9DB"/>
                </a:solidFill>
              </a:rPr>
              <a:t>☐</a:t>
            </a:r>
            <a:endParaRPr lang="en-US" sz="900" dirty="0"/>
          </a:p>
        </p:txBody>
      </p:sp>
      <p:sp>
        <p:nvSpPr>
          <p:cNvPr id="55" name="Text 20">
            <a:extLst>
              <a:ext uri="{FF2B5EF4-FFF2-40B4-BE49-F238E27FC236}">
                <a16:creationId xmlns:a16="http://schemas.microsoft.com/office/drawing/2014/main" id="{F9AD2384-0125-38CC-25E5-A70EE63766CB}"/>
              </a:ext>
            </a:extLst>
          </p:cNvPr>
          <p:cNvSpPr/>
          <p:nvPr/>
        </p:nvSpPr>
        <p:spPr>
          <a:xfrm>
            <a:off x="640080" y="36667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</a:t>
            </a: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Playwright + RLS tests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 &amp; Key Decisions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Success (End of Phase 2):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1A9DB"/>
                </a:solidFill>
              </a:rPr>
              <a:t>☐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can connect Salesforce org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43560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1A9DB"/>
                </a:solidFill>
              </a:rPr>
              <a:t>☐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356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can ask natural language questions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728216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1A9DB"/>
                </a:solidFill>
              </a:rPr>
              <a:t>☐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7282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renders dynamic UI with visualizations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020824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1A9DB"/>
                </a:solidFill>
              </a:rPr>
              <a:t>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0208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 persist across sessions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31343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1A9DB"/>
                </a:solidFill>
              </a:rPr>
              <a:t>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313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isolation verified (RLS tests)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6060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1A9DB"/>
                </a:solidFill>
              </a:rPr>
              <a:t>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606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coverage &gt; 70%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822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Metrics: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1143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first insight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0" y="1143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60 sec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accuracy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0" y="1463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95%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1783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relevance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4/5 stars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2103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render time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500ms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Decisions Made: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3429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Clean slate over refactor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37216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Next.js + React (AI ecosystem)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0142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Declarative UI specs (core IP)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3068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4 agents, not 24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45994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SQLAlchemy async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63440" y="3429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Tests from day 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63440" y="37216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Vercel + Cloud Run split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40142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RLS over schema isolation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63440" y="43068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Gemini + Anthropic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Open: UI spec versioning • SF data caching strategy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Build Workflow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657600" y="2468880"/>
            <a:ext cx="1828800" cy="54864"/>
          </a:xfrm>
          <a:prstGeom prst="rect">
            <a:avLst/>
          </a:prstGeom>
          <a:solidFill>
            <a:srgbClr val="FB4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Quality on Every Task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Big Changes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51760" cy="3474720"/>
          </a:xfrm>
          <a:prstGeom prst="rect">
            <a:avLst/>
          </a:prstGeom>
          <a:solidFill>
            <a:srgbClr val="0A15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4864" cy="3474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Tickets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criteria and documentation required before any code is written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3474720"/>
          </a:xfrm>
          <a:prstGeom prst="rect">
            <a:avLst/>
          </a:prstGeom>
          <a:solidFill>
            <a:srgbClr val="0A15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54864" cy="3474720"/>
          </a:xfrm>
          <a:prstGeom prst="rect">
            <a:avLst/>
          </a:prstGeom>
          <a:solidFill>
            <a:srgbClr val="FB4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11887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B4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42900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DevOps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29000" y="25603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naming, commit messages, and PR templates validated automatically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651760" cy="3474720"/>
          </a:xfrm>
          <a:prstGeom prst="rect">
            <a:avLst/>
          </a:prstGeom>
          <a:solidFill>
            <a:srgbClr val="0A15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0" y="1005840"/>
            <a:ext cx="54864" cy="3474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11887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40080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AI-Enabled Workflows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25603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guides you through requirements, TDD, and proper git practices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Integration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4100"/>
                </a:solidFill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before coding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ticket has no acceptance criteria, Claude gathers them via questions and updates Jira automatically.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4100"/>
                </a:solidFill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documentation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562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analysis, root cause hypotheses, and acceptance criteria written to Jira before implementation.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4100"/>
                </a:solidFill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tracking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633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status transitions automatically: Backlog → In Development → In Review → Done.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4100"/>
                </a:solidFill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154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41071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task documented: what was done, why, and how to verify it works.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4100"/>
                </a:solidFill>
              </a:rPr>
              <a:t>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Ready enforced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18795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start work on tickets that don't meet DoR.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Changes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4100"/>
                </a:solidFill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/implement command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every task with /implement MIN-XXX. Guides you through the entire workflow.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4100"/>
                </a:solidFill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enforcement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562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edit code until on a MIN-XXX/description branch. Claude creates it for you.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4100"/>
                </a:solidFill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Auto-validation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633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checks that Jira has acceptance criteria before allowing code changes.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4100"/>
                </a:solidFill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154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 guidance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41071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prompts you to write tests first, then implement. Tests run after every edit.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4100"/>
                </a:solidFill>
              </a:rPr>
              <a:t>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formatting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18795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commits validated for MIN-XXX: prefix. Proper audit trail guaranteed.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and Git Changes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4100"/>
                </a:solidFill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Gitflow enforced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work on MIN-XXX/* branches from develop. Direct commits to main/develop blocked.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4100"/>
                </a:solidFill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Pre-commit hooks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562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messages must include MIN-XXX: prefix. Commits without it rejected.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4100"/>
                </a:solidFill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template required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633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Summary, test plan, and DoD checklist auto-populated. Cannot skip required sections.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4100"/>
                </a:solidFill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154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gates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41071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Tests, linting, and formatting must pass before merge.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4100"/>
                </a:solidFill>
              </a:rPr>
              <a:t>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Co-authored commits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18795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AI-assisted work properly attributed with Co-Authored-By.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5720" cy="62179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41832"/>
            <a:ext cx="274320" cy="27432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8686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Commitment is Sacred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097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changes mid-sprint. New requests go to backlog. Emergencies (P0) are the ONLY exception.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35608"/>
            <a:ext cx="859536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435608"/>
            <a:ext cx="45720" cy="62179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1600200"/>
            <a:ext cx="274320" cy="27432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161848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15270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Move 50x Faster with 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17556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not optional - it's how we work. Every stage uses Claude. ”PROCESS" not "prompt and pray."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104024"/>
            <a:ext cx="859536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093976"/>
            <a:ext cx="45720" cy="62179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2258568"/>
            <a:ext cx="274320" cy="27432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2276856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" y="218541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AI-Native Product Features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24140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&gt; Traditional BI. Don't build dashboards when AI can answer questions.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752344"/>
            <a:ext cx="859536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752344"/>
            <a:ext cx="45720" cy="62179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1480" y="2916936"/>
            <a:ext cx="274320" cy="27432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2935224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" y="28437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Shall Not Block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307238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fast. SOC 2 when enterprise customers demand it. Build securely, but don't wait for perfect.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410712"/>
            <a:ext cx="859536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3410712"/>
            <a:ext cx="45720" cy="62179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11480" y="3575304"/>
            <a:ext cx="274320" cy="27432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359359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77240" y="35021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Innovate Delivery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37307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 action items are P0. Improve delivery weekly. Automate anything done 3+ times.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1605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1480" y="4233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principles override process when in conflict. Example: Security review would delay sprint? Skip it, document the risk, move forward.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 - Claude at Every Stage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14884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36576" cy="16459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86968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05256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75" dirty="0"/>
          </a:p>
        </p:txBody>
      </p:sp>
      <p:sp>
        <p:nvSpPr>
          <p:cNvPr id="8" name="Text 6"/>
          <p:cNvSpPr/>
          <p:nvPr/>
        </p:nvSpPr>
        <p:spPr>
          <a:xfrm>
            <a:off x="548640" y="8869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188720"/>
            <a:ext cx="1965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Jira stories from meeting transcripts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acceptance criteria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Clarify requirements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777240"/>
            <a:ext cx="214884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23160" y="777240"/>
            <a:ext cx="36576" cy="16459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14600" y="886968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14600" y="905256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75" dirty="0"/>
          </a:p>
        </p:txBody>
      </p:sp>
      <p:sp>
        <p:nvSpPr>
          <p:cNvPr id="14" name="Text 12"/>
          <p:cNvSpPr/>
          <p:nvPr/>
        </p:nvSpPr>
        <p:spPr>
          <a:xfrm>
            <a:off x="2788920" y="8869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1188720"/>
            <a:ext cx="1965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technical specs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codebase patterns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files to modify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77240"/>
            <a:ext cx="214884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777240"/>
            <a:ext cx="36576" cy="16459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886968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905256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75" dirty="0"/>
          </a:p>
        </p:txBody>
      </p:sp>
      <p:sp>
        <p:nvSpPr>
          <p:cNvPr id="20" name="Text 18"/>
          <p:cNvSpPr/>
          <p:nvPr/>
        </p:nvSpPr>
        <p:spPr>
          <a:xfrm>
            <a:off x="5029200" y="8869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188720"/>
            <a:ext cx="1965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Decompose specs into tasks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dependencies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effort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03720" y="777240"/>
            <a:ext cx="214884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903720" y="777240"/>
            <a:ext cx="36576" cy="16459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995160" y="886968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95160" y="905256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75" dirty="0"/>
          </a:p>
        </p:txBody>
      </p:sp>
      <p:sp>
        <p:nvSpPr>
          <p:cNvPr id="26" name="Text 24"/>
          <p:cNvSpPr/>
          <p:nvPr/>
        </p:nvSpPr>
        <p:spPr>
          <a:xfrm>
            <a:off x="7269480" y="8869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95160" y="1188720"/>
            <a:ext cx="1965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tests first (TDD)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code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commits properly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" y="2514600"/>
            <a:ext cx="214884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82880" y="2514600"/>
            <a:ext cx="36576" cy="16459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2624328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2642616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75" dirty="0"/>
          </a:p>
        </p:txBody>
      </p:sp>
      <p:sp>
        <p:nvSpPr>
          <p:cNvPr id="32" name="Text 30"/>
          <p:cNvSpPr/>
          <p:nvPr/>
        </p:nvSpPr>
        <p:spPr>
          <a:xfrm>
            <a:off x="548640" y="26243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" y="2926080"/>
            <a:ext cx="1965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PRs with template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review feedback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lint/format checks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423160" y="2514600"/>
            <a:ext cx="214884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423160" y="2514600"/>
            <a:ext cx="36576" cy="16459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514600" y="2624328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514600" y="2642616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75" dirty="0"/>
          </a:p>
        </p:txBody>
      </p:sp>
      <p:sp>
        <p:nvSpPr>
          <p:cNvPr id="38" name="Text 36"/>
          <p:cNvSpPr/>
          <p:nvPr/>
        </p:nvSpPr>
        <p:spPr>
          <a:xfrm>
            <a:off x="2788920" y="26243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514600" y="2926080"/>
            <a:ext cx="1965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deployment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health endpoint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status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514600"/>
            <a:ext cx="214884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63440" y="2514600"/>
            <a:ext cx="36576" cy="16459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754880" y="2624328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54880" y="2642616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75" dirty="0"/>
          </a:p>
        </p:txBody>
      </p:sp>
      <p:sp>
        <p:nvSpPr>
          <p:cNvPr id="44" name="Text 42"/>
          <p:cNvSpPr/>
          <p:nvPr/>
        </p:nvSpPr>
        <p:spPr>
          <a:xfrm>
            <a:off x="5029200" y="26243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54880" y="2926080"/>
            <a:ext cx="1965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release PR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git tags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Jira to Done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903720" y="2514600"/>
            <a:ext cx="214884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903720" y="2514600"/>
            <a:ext cx="36576" cy="16459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995160" y="2624328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995160" y="2642616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75" dirty="0"/>
          </a:p>
        </p:txBody>
      </p:sp>
      <p:sp>
        <p:nvSpPr>
          <p:cNvPr id="50" name="Text 48"/>
          <p:cNvSpPr/>
          <p:nvPr/>
        </p:nvSpPr>
        <p:spPr>
          <a:xfrm>
            <a:off x="7269480" y="26243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995160" y="2926080"/>
            <a:ext cx="1965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logs for errors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 issues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Initiate rollback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429768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11480" y="43708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 - 8-Stage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9144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36576" cy="91440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886968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75" dirty="0"/>
          </a:p>
        </p:txBody>
      </p:sp>
      <p:sp>
        <p:nvSpPr>
          <p:cNvPr id="8" name="Text 6"/>
          <p:cNvSpPr/>
          <p:nvPr/>
        </p:nvSpPr>
        <p:spPr>
          <a:xfrm>
            <a:off x="228600" y="1188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Bill/Dom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43000" y="1097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07592" y="777240"/>
            <a:ext cx="9144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07592" y="777240"/>
            <a:ext cx="36576" cy="91440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627632" y="868680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627632" y="886968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75" dirty="0"/>
          </a:p>
        </p:txBody>
      </p:sp>
      <p:sp>
        <p:nvSpPr>
          <p:cNvPr id="15" name="Text 13"/>
          <p:cNvSpPr/>
          <p:nvPr/>
        </p:nvSpPr>
        <p:spPr>
          <a:xfrm>
            <a:off x="1307592" y="1188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07592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Dom/Charles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221992" y="1097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386584" y="777240"/>
            <a:ext cx="9144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386584" y="777240"/>
            <a:ext cx="36576" cy="91440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06624" y="868680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06624" y="886968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75" dirty="0"/>
          </a:p>
        </p:txBody>
      </p:sp>
      <p:sp>
        <p:nvSpPr>
          <p:cNvPr id="22" name="Text 20"/>
          <p:cNvSpPr/>
          <p:nvPr/>
        </p:nvSpPr>
        <p:spPr>
          <a:xfrm>
            <a:off x="2386584" y="1188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86584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Dom/Charles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00984" y="1097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465576" y="777240"/>
            <a:ext cx="9144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65576" y="777240"/>
            <a:ext cx="36576" cy="91440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85616" y="868680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85616" y="886968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75" dirty="0"/>
          </a:p>
        </p:txBody>
      </p:sp>
      <p:sp>
        <p:nvSpPr>
          <p:cNvPr id="29" name="Text 27"/>
          <p:cNvSpPr/>
          <p:nvPr/>
        </p:nvSpPr>
        <p:spPr>
          <a:xfrm>
            <a:off x="3465576" y="1188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65576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379976" y="1097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44568" y="777240"/>
            <a:ext cx="9144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44568" y="777240"/>
            <a:ext cx="36576" cy="91440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64608" y="868680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64608" y="886968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75" dirty="0"/>
          </a:p>
        </p:txBody>
      </p:sp>
      <p:sp>
        <p:nvSpPr>
          <p:cNvPr id="36" name="Text 34"/>
          <p:cNvSpPr/>
          <p:nvPr/>
        </p:nvSpPr>
        <p:spPr>
          <a:xfrm>
            <a:off x="4544568" y="1188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4456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Dom/Charles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58968" y="1097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623560" y="777240"/>
            <a:ext cx="9144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623560" y="777240"/>
            <a:ext cx="36576" cy="91440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943600" y="868680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943600" y="886968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75" dirty="0"/>
          </a:p>
        </p:txBody>
      </p:sp>
      <p:sp>
        <p:nvSpPr>
          <p:cNvPr id="43" name="Text 41"/>
          <p:cNvSpPr/>
          <p:nvPr/>
        </p:nvSpPr>
        <p:spPr>
          <a:xfrm>
            <a:off x="5623560" y="1188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23560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537960" y="1097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702552" y="777240"/>
            <a:ext cx="9144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702552" y="777240"/>
            <a:ext cx="36576" cy="91440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022592" y="868680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022592" y="886968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75" dirty="0"/>
          </a:p>
        </p:txBody>
      </p:sp>
      <p:sp>
        <p:nvSpPr>
          <p:cNvPr id="50" name="Text 48"/>
          <p:cNvSpPr/>
          <p:nvPr/>
        </p:nvSpPr>
        <p:spPr>
          <a:xfrm>
            <a:off x="6702552" y="1188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702552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616952" y="1097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7781544" y="777240"/>
            <a:ext cx="9144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781544" y="777240"/>
            <a:ext cx="36576" cy="91440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101584" y="868680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101584" y="886968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75" dirty="0"/>
          </a:p>
        </p:txBody>
      </p:sp>
      <p:sp>
        <p:nvSpPr>
          <p:cNvPr id="57" name="Text 55"/>
          <p:cNvSpPr/>
          <p:nvPr/>
        </p:nvSpPr>
        <p:spPr>
          <a:xfrm>
            <a:off x="7781544" y="1188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781544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74320" y="182880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1148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Philosophy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411480" y="2194560"/>
            <a:ext cx="24688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11480" y="23317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feature flows through all 8 stages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skipping stages (except P0 emergencies)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ownership at each stage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(Claude) assists at every stage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gates where possible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200400" y="182880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33756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Flow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3337560" y="2194560"/>
            <a:ext cx="24688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337560" y="23317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1-week sprints (Mon-Fri)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Planning: Friday 2 PM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assigned before weekend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Offshore starts Monday AM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standups / sprint meetings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126480" y="182880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26364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Gates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6263640" y="2194560"/>
            <a:ext cx="24688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263640" y="23317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approval before task creation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required before PR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review before merge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verification before prod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 after deploy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74320" y="402336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11480" y="409651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Stages 1-3 (Planning) happen before sprint. Stages 4-8 (Execution) happen during sprint.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INTAKE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Bill/Dom/Charles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gathering from stakeholders. All work starts here.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request documented in Jira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verbal-only requests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criteria required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assigned (P0-P3)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planning sessions (Mon/Wed)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4114800" cy="25603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Tasks (Claude)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Jira story from conversation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acceptance criteria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questions to clarify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dependencies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complexity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40050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Jira ticket with acceptance criteria, ready for spec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SPEC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Dom / Charles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specification creation. Defines HOW to build the feature.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before ANY code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file changes needed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testing approach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edge cases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before task creation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4114800" cy="25603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Tasks (Claude)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technical spec from Jira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codebase for patterns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files to modify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test cases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technical risks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40050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Technical spec document approved by Dom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TASK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Dom / Charles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spec into implementable tasks. Creates the sprint work.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task is 2-4 hours max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definition of done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 identified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to developer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4114800" cy="25603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Tasks (Claude)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Decompose spec into tasks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task ordering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dependencies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effort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40050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Tasks in Backlog, assigned and ready for sprint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4: IMPLEMENT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Developer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coding work. AI-assisted development.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TDD (test first)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for coding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code patterns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focused commits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task status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4114800" cy="25603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Tasks (Claude)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failing test first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code to pass test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code properly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descriptive commits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for edge cases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40050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Working code with tests, committed to feature branch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5: VALIDATE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Dom + QA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and testing. Ensures quality before merge.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created with template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must pass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required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QA testing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criteria verified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4114800" cy="25603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Tasks (Claude)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PR with proper template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linting issues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review feedback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test coverage check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documentation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40050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Approved PR ready to merge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6: STAGING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QA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deployment to staging environment.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Auto-deploy on merge to develop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 verification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URL for testing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 required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preview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4114800" cy="25603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Tasks (Claude)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deployment status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health endpoint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any failures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key functionality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on errors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40050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Feature live on staging, verified working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7: RELEASE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Dom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deployment. Manual trigger with verification.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develop to main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release version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production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health check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Jira status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4114800" cy="25603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Tasks (Claude)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release PR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release notes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git tag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Jira to Done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 stakeholders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40050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Feature live in production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8: MONITOR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All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Post-deployment monitoring. Catch issues early.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logs for errors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performance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feedback tracking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if needed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Post-incident review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4114800" cy="25603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Tasks (Claude)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GCP logs for errors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error patterns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 reported issues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fixes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Initiate rollback if needed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40050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Healthy production system or documented incident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Operations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Cadence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24688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1-week sprints (Mon-Fri)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Planning: Friday 2 PM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Standup: Daily sync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Retro: Every other Friday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37560" y="960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4688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32588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#helm-dev for development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#helm-deploys for releases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DM for urgent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decisions documented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63640" y="960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188720"/>
            <a:ext cx="24688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132588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Planning: Mon/Wed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Planning: Fri 2 PM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Retro: Alt Fridays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other required meetings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43891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44622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Minimize meetings. Maximize async communication. Document everything.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Management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Tasks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can read/write tasks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with development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status updates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Sprint-aware task management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0916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(External Tracking)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13258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tickets use MIN project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to Claude tasks and git branches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visibility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tracking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9718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Levels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200400"/>
            <a:ext cx="813816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33756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(Critical): Production down, security issue - Drop everything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(High): Blocking user work - This sprint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(Medium): Important feature - Next sprint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(Low): Nice to have - Backlog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Ready (DoR)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Jira ticket exists with clear title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Acceptance criteria documented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Technical spec written and approved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Dependencies identified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Effort estimated (story points)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Priority assigned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Assigned to developer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No blockers identified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43891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44622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cannot enter sprint unless ALL items are checked. No exceptions.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Done (DoD)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Code complete and committed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Tests written and passing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PR created with template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Code review approved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CI pipeline passes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Deployed to staging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QA testing passed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Jira updated to Done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43891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44622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is not Done until ALL items are checked. "Working on my machine" is not Done.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Channels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#helm-dev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6888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discussion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Questions, decisions, updates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#helm-deploys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notifications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Auto-posted by CI/CD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859536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DM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 issues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Blockers, P0 incidents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291840"/>
            <a:ext cx="859536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Comments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6888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discussion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Requirements, clarifications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3891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44622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to async. If it can wait until tomorrow, write it in Slack. DMs for urgent only.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Formats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868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0" y="868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0" y="868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Attendees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0" y="868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Planning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Mon/Wed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hour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7784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+ Dom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backlog, discuss features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874520"/>
            <a:ext cx="8595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Planning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 Afternoon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hour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7784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+ Charles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to sprint work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514600"/>
            <a:ext cx="8595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0312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 Fridays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process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154680"/>
            <a:ext cx="8595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6576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Standup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0312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sync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4048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7784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cs typeface="Arial" pitchFamily="34" charset="-120"/>
              </a:rPr>
              <a:t>Resolve Blocks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3891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1480" y="44622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other recurring meetings. Ad-hoc only when absolutely necessary.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Practices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Strategy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main: Production code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develop: Integration branch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feature/MIN-XXX : New features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fix/MIN-XXX : Bug fixes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0916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Messages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13258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type(scope): description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Jira ticket: [MIN-XXX]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Types: feat, fix, docs, refactor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but concise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9718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Requirements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200400"/>
            <a:ext cx="813816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33756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 template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to Jira ticket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must pass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one approval required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Configuration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33008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File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Project-specific instructions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patterns to follow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requirements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message format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naming conventions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guidelines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0916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Best Practices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132588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"Process" not "prompt and pray"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verify AI output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context focused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clear, specific prompts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generated tests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for security issues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F247AD05-8C38-B7A3-14C8-8CD22D769171}"/>
              </a:ext>
            </a:extLst>
          </p:cNvPr>
          <p:cNvSpPr/>
          <p:nvPr/>
        </p:nvSpPr>
        <p:spPr>
          <a:xfrm>
            <a:off x="841090" y="2818202"/>
            <a:ext cx="2807839" cy="1087190"/>
          </a:xfrm>
          <a:prstGeom prst="rect">
            <a:avLst/>
          </a:prstGeom>
          <a:solidFill>
            <a:srgbClr val="0A1520"/>
          </a:solidFill>
          <a:ln/>
        </p:spPr>
        <p:txBody>
          <a:bodyPr/>
          <a:lstStyle/>
          <a:p>
            <a:r>
              <a:rPr lang="en-US" dirty="0"/>
              <a:t>II</a:t>
            </a: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34092AC1-B81D-07BE-2311-7193A2CFBDB5}"/>
              </a:ext>
            </a:extLst>
          </p:cNvPr>
          <p:cNvSpPr/>
          <p:nvPr/>
        </p:nvSpPr>
        <p:spPr>
          <a:xfrm>
            <a:off x="1188720" y="3133197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out beta!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Process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64592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051560"/>
            <a:ext cx="274320" cy="27432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06984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runs all tests on PR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1645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029968" y="914400"/>
            <a:ext cx="164592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70048" y="1051560"/>
            <a:ext cx="274320" cy="27432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70048" y="106984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29968" y="1463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21408" y="17830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reviews all PRs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30168" y="1645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785616" y="914400"/>
            <a:ext cx="164592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25696" y="1051560"/>
            <a:ext cx="274320" cy="27432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25696" y="106984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785616" y="1463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Deploy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77056" y="17830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Auto-deploy on merge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85816" y="1645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541264" y="914400"/>
            <a:ext cx="164592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81344" y="1051560"/>
            <a:ext cx="274320" cy="27432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81344" y="106984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541264" y="1463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QA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32704" y="17830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acceptance criteria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41464" y="1645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296912" y="914400"/>
            <a:ext cx="164592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936992" y="1051560"/>
            <a:ext cx="274320" cy="27432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936992" y="106984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296912" y="1463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88352" y="17830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approves for prod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40050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Question: Who owns QA? Needs to be assigned before go-live.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Completion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80% of committed work done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points completed / committed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859536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Time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 days from ready to done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task completion time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859536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Frequency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2 deploys per week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deployments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859536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Rate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P0/P1 per sprint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bugs introduced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Mitigations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5720" cy="77724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Offshore timezone gaps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822960"/>
            <a:ext cx="429768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Clear async communication, documented decisions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41148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45720" cy="77724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AI code quality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691640"/>
            <a:ext cx="429768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920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Mandatory code review, test requirements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41148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560320"/>
            <a:ext cx="45720" cy="77724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788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Scope creep mid-sprint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560320"/>
            <a:ext cx="429768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2788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Sacred sprint commitment, P0-only exceptions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429000"/>
            <a:ext cx="41148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429000"/>
            <a:ext cx="45720" cy="77724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Single point of failure (Dom)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3429000"/>
            <a:ext cx="429768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3657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Document everything, cross-train team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B10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7432"/>
            <a:ext cx="9144000" cy="36576"/>
          </a:xfrm>
          <a:prstGeom prst="rect">
            <a:avLst/>
          </a:prstGeom>
          <a:solidFill>
            <a:srgbClr val="0C11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9144000" cy="36576"/>
          </a:xfrm>
          <a:prstGeom prst="rect">
            <a:avLst/>
          </a:prstGeom>
          <a:solidFill>
            <a:srgbClr val="0D1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82296"/>
            <a:ext cx="9144000" cy="36576"/>
          </a:xfrm>
          <a:prstGeom prst="rect">
            <a:avLst/>
          </a:prstGeom>
          <a:solidFill>
            <a:srgbClr val="0D14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9728"/>
            <a:ext cx="9144000" cy="36576"/>
          </a:xfrm>
          <a:prstGeom prst="rect">
            <a:avLst/>
          </a:prstGeom>
          <a:solidFill>
            <a:srgbClr val="0E1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137160"/>
            <a:ext cx="9144000" cy="36576"/>
          </a:xfrm>
          <a:prstGeom prst="rect">
            <a:avLst/>
          </a:prstGeom>
          <a:solidFill>
            <a:srgbClr val="0F16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164592"/>
            <a:ext cx="9144000" cy="36576"/>
          </a:xfrm>
          <a:prstGeom prst="rect">
            <a:avLst/>
          </a:prstGeom>
          <a:solidFill>
            <a:srgbClr val="1017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192024"/>
            <a:ext cx="9144000" cy="36576"/>
          </a:xfrm>
          <a:prstGeom prst="rect">
            <a:avLst/>
          </a:prstGeom>
          <a:solidFill>
            <a:srgbClr val="111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219456"/>
            <a:ext cx="9144000" cy="36576"/>
          </a:xfrm>
          <a:prstGeom prst="rect">
            <a:avLst/>
          </a:prstGeom>
          <a:solidFill>
            <a:srgbClr val="12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246888"/>
            <a:ext cx="9144000" cy="36576"/>
          </a:xfrm>
          <a:prstGeom prst="rect">
            <a:avLst/>
          </a:prstGeom>
          <a:solidFill>
            <a:srgbClr val="12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274320"/>
            <a:ext cx="9144000" cy="36576"/>
          </a:xfrm>
          <a:prstGeom prst="rect">
            <a:avLst/>
          </a:prstGeom>
          <a:solidFill>
            <a:srgbClr val="131C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301752"/>
            <a:ext cx="9144000" cy="36576"/>
          </a:xfrm>
          <a:prstGeom prst="rect">
            <a:avLst/>
          </a:prstGeom>
          <a:solidFill>
            <a:srgbClr val="141D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329184"/>
            <a:ext cx="9144000" cy="36576"/>
          </a:xfrm>
          <a:prstGeom prst="rect">
            <a:avLst/>
          </a:prstGeom>
          <a:solidFill>
            <a:srgbClr val="151E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0" y="356616"/>
            <a:ext cx="9144000" cy="36576"/>
          </a:xfrm>
          <a:prstGeom prst="rect">
            <a:avLst/>
          </a:prstGeom>
          <a:solidFill>
            <a:srgbClr val="162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384048"/>
            <a:ext cx="9144000" cy="36576"/>
          </a:xfrm>
          <a:prstGeom prst="rect">
            <a:avLst/>
          </a:prstGeom>
          <a:solidFill>
            <a:srgbClr val="1621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172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0" y="438912"/>
            <a:ext cx="9144000" cy="36576"/>
          </a:xfrm>
          <a:prstGeom prst="rect">
            <a:avLst/>
          </a:prstGeom>
          <a:solidFill>
            <a:srgbClr val="1823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0" y="466344"/>
            <a:ext cx="9144000" cy="36576"/>
          </a:xfrm>
          <a:prstGeom prst="rect">
            <a:avLst/>
          </a:prstGeom>
          <a:solidFill>
            <a:srgbClr val="1924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0" y="493776"/>
            <a:ext cx="9144000" cy="36576"/>
          </a:xfrm>
          <a:prstGeom prst="rect">
            <a:avLst/>
          </a:prstGeom>
          <a:solidFill>
            <a:srgbClr val="1A2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0" y="521208"/>
            <a:ext cx="9144000" cy="36576"/>
          </a:xfrm>
          <a:prstGeom prst="rect">
            <a:avLst/>
          </a:prstGeom>
          <a:solidFill>
            <a:srgbClr val="1C2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548640"/>
            <a:ext cx="9144000" cy="36576"/>
          </a:xfrm>
          <a:prstGeom prst="rect">
            <a:avLst/>
          </a:prstGeom>
          <a:solidFill>
            <a:srgbClr val="1F2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0" y="576072"/>
            <a:ext cx="9144000" cy="36576"/>
          </a:xfrm>
          <a:prstGeom prst="rect">
            <a:avLst/>
          </a:prstGeom>
          <a:solidFill>
            <a:srgbClr val="2129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603504"/>
            <a:ext cx="9144000" cy="36576"/>
          </a:xfrm>
          <a:prstGeom prst="rect">
            <a:avLst/>
          </a:prstGeom>
          <a:solidFill>
            <a:srgbClr val="242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0" y="630936"/>
            <a:ext cx="9144000" cy="36576"/>
          </a:xfrm>
          <a:prstGeom prst="rect">
            <a:avLst/>
          </a:prstGeom>
          <a:solidFill>
            <a:srgbClr val="262B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92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2C2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2E2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0" y="740664"/>
            <a:ext cx="9144000" cy="36576"/>
          </a:xfrm>
          <a:prstGeom prst="rect">
            <a:avLst/>
          </a:prstGeom>
          <a:solidFill>
            <a:srgbClr val="3130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0" y="768096"/>
            <a:ext cx="9144000" cy="36576"/>
          </a:xfrm>
          <a:prstGeom prst="rect">
            <a:avLst/>
          </a:prstGeom>
          <a:solidFill>
            <a:srgbClr val="3431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0" y="795528"/>
            <a:ext cx="9144000" cy="36576"/>
          </a:xfrm>
          <a:prstGeom prst="rect">
            <a:avLst/>
          </a:prstGeom>
          <a:solidFill>
            <a:srgbClr val="363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3933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3B35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0" y="877824"/>
            <a:ext cx="9144000" cy="36576"/>
          </a:xfrm>
          <a:prstGeom prst="rect">
            <a:avLst/>
          </a:prstGeom>
          <a:solidFill>
            <a:srgbClr val="3E36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0" y="905256"/>
            <a:ext cx="9144000" cy="36576"/>
          </a:xfrm>
          <a:prstGeom prst="rect">
            <a:avLst/>
          </a:prstGeom>
          <a:solidFill>
            <a:srgbClr val="4137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4338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4639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493A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0" y="1014984"/>
            <a:ext cx="9144000" cy="36576"/>
          </a:xfrm>
          <a:prstGeom prst="rect">
            <a:avLst/>
          </a:prstGeom>
          <a:solidFill>
            <a:srgbClr val="4D3C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0" y="1042416"/>
            <a:ext cx="9144000" cy="36576"/>
          </a:xfrm>
          <a:prstGeom prst="rect">
            <a:avLst/>
          </a:prstGeom>
          <a:solidFill>
            <a:srgbClr val="543D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0" y="1069848"/>
            <a:ext cx="9144000" cy="36576"/>
          </a:xfrm>
          <a:prstGeom prst="rect">
            <a:avLst/>
          </a:prstGeom>
          <a:solidFill>
            <a:srgbClr val="5B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0" y="1097280"/>
            <a:ext cx="9144000" cy="36576"/>
          </a:xfrm>
          <a:prstGeom prst="rect">
            <a:avLst/>
          </a:prstGeom>
          <a:solidFill>
            <a:srgbClr val="6241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0" y="1124712"/>
            <a:ext cx="9144000" cy="36576"/>
          </a:xfrm>
          <a:prstGeom prst="rect">
            <a:avLst/>
          </a:prstGeom>
          <a:solidFill>
            <a:srgbClr val="694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0" y="1152144"/>
            <a:ext cx="9144000" cy="36576"/>
          </a:xfrm>
          <a:prstGeom prst="rect">
            <a:avLst/>
          </a:prstGeom>
          <a:solidFill>
            <a:srgbClr val="6F4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0" y="1179576"/>
            <a:ext cx="9144000" cy="36576"/>
          </a:xfrm>
          <a:prstGeom prst="rect">
            <a:avLst/>
          </a:prstGeom>
          <a:solidFill>
            <a:srgbClr val="7646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0" y="1207008"/>
            <a:ext cx="9144000" cy="36576"/>
          </a:xfrm>
          <a:prstGeom prst="rect">
            <a:avLst/>
          </a:prstGeom>
          <a:solidFill>
            <a:srgbClr val="7D4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0" y="1234440"/>
            <a:ext cx="9144000" cy="36576"/>
          </a:xfrm>
          <a:prstGeom prst="rect">
            <a:avLst/>
          </a:prstGeom>
          <a:solidFill>
            <a:srgbClr val="844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0" y="1261872"/>
            <a:ext cx="9144000" cy="36576"/>
          </a:xfrm>
          <a:prstGeom prst="rect">
            <a:avLst/>
          </a:prstGeom>
          <a:solidFill>
            <a:srgbClr val="8B4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0" y="1289304"/>
            <a:ext cx="9144000" cy="36576"/>
          </a:xfrm>
          <a:prstGeom prst="rect">
            <a:avLst/>
          </a:prstGeom>
          <a:solidFill>
            <a:srgbClr val="924D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0" y="1316736"/>
            <a:ext cx="9144000" cy="36576"/>
          </a:xfrm>
          <a:prstGeom prst="rect">
            <a:avLst/>
          </a:prstGeom>
          <a:solidFill>
            <a:srgbClr val="994E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0" y="1344168"/>
            <a:ext cx="9144000" cy="36576"/>
          </a:xfrm>
          <a:prstGeom prst="rect">
            <a:avLst/>
          </a:prstGeom>
          <a:solidFill>
            <a:srgbClr val="A050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0" y="1371600"/>
            <a:ext cx="9144000" cy="36576"/>
          </a:xfrm>
          <a:prstGeom prst="rect">
            <a:avLst/>
          </a:prstGeom>
          <a:solidFill>
            <a:srgbClr val="A752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0" y="1399032"/>
            <a:ext cx="9144000" cy="36576"/>
          </a:xfrm>
          <a:prstGeom prst="rect">
            <a:avLst/>
          </a:prstGeom>
          <a:solidFill>
            <a:srgbClr val="AE5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0" y="1426464"/>
            <a:ext cx="9144000" cy="36576"/>
          </a:xfrm>
          <a:prstGeom prst="rect">
            <a:avLst/>
          </a:prstGeom>
          <a:solidFill>
            <a:srgbClr val="B45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0" y="1453896"/>
            <a:ext cx="9144000" cy="36576"/>
          </a:xfrm>
          <a:prstGeom prst="rect">
            <a:avLst/>
          </a:prstGeom>
          <a:solidFill>
            <a:srgbClr val="BB57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0" y="1481328"/>
            <a:ext cx="9144000" cy="36576"/>
          </a:xfrm>
          <a:prstGeom prst="rect">
            <a:avLst/>
          </a:prstGeom>
          <a:solidFill>
            <a:srgbClr val="C25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0" y="1508760"/>
            <a:ext cx="9144000" cy="36576"/>
          </a:xfrm>
          <a:prstGeom prst="rect">
            <a:avLst/>
          </a:prstGeom>
          <a:solidFill>
            <a:srgbClr val="C85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0" y="1536192"/>
            <a:ext cx="9144000" cy="36576"/>
          </a:xfrm>
          <a:prstGeom prst="rect">
            <a:avLst/>
          </a:prstGeom>
          <a:solidFill>
            <a:srgbClr val="CB6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0" y="1563624"/>
            <a:ext cx="9144000" cy="36576"/>
          </a:xfrm>
          <a:prstGeom prst="rect">
            <a:avLst/>
          </a:prstGeom>
          <a:solidFill>
            <a:srgbClr val="CE6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0" y="1591056"/>
            <a:ext cx="9144000" cy="36576"/>
          </a:xfrm>
          <a:prstGeom prst="rect">
            <a:avLst/>
          </a:prstGeom>
          <a:solidFill>
            <a:srgbClr val="D06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0" y="1618488"/>
            <a:ext cx="9144000" cy="36576"/>
          </a:xfrm>
          <a:prstGeom prst="rect">
            <a:avLst/>
          </a:prstGeom>
          <a:solidFill>
            <a:srgbClr val="D37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0" y="1645920"/>
            <a:ext cx="9144000" cy="36576"/>
          </a:xfrm>
          <a:prstGeom prst="rect">
            <a:avLst/>
          </a:prstGeom>
          <a:solidFill>
            <a:srgbClr val="D67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0" y="1673352"/>
            <a:ext cx="9144000" cy="36576"/>
          </a:xfrm>
          <a:prstGeom prst="rect">
            <a:avLst/>
          </a:prstGeom>
          <a:solidFill>
            <a:srgbClr val="D87F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0" y="1700784"/>
            <a:ext cx="9144000" cy="36576"/>
          </a:xfrm>
          <a:prstGeom prst="rect">
            <a:avLst/>
          </a:prstGeom>
          <a:solidFill>
            <a:srgbClr val="DB85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0" y="1728216"/>
            <a:ext cx="9144000" cy="36576"/>
          </a:xfrm>
          <a:prstGeom prst="rect">
            <a:avLst/>
          </a:prstGeom>
          <a:solidFill>
            <a:srgbClr val="DD8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0" y="1755648"/>
            <a:ext cx="9144000" cy="36576"/>
          </a:xfrm>
          <a:prstGeom prst="rect">
            <a:avLst/>
          </a:prstGeom>
          <a:solidFill>
            <a:srgbClr val="E09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0" y="1783080"/>
            <a:ext cx="9144000" cy="36576"/>
          </a:xfrm>
          <a:prstGeom prst="rect">
            <a:avLst/>
          </a:prstGeom>
          <a:solidFill>
            <a:srgbClr val="E39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0" y="1810512"/>
            <a:ext cx="9144000" cy="36576"/>
          </a:xfrm>
          <a:prstGeom prst="rect">
            <a:avLst/>
          </a:prstGeom>
          <a:solidFill>
            <a:srgbClr val="E59E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0" y="1837944"/>
            <a:ext cx="9144000" cy="36576"/>
          </a:xfrm>
          <a:prstGeom prst="rect">
            <a:avLst/>
          </a:prstGeom>
          <a:solidFill>
            <a:srgbClr val="E8A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0" y="1865376"/>
            <a:ext cx="9144000" cy="36576"/>
          </a:xfrm>
          <a:prstGeom prst="rect">
            <a:avLst/>
          </a:prstGeom>
          <a:solidFill>
            <a:srgbClr val="E8A5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0" y="1892808"/>
            <a:ext cx="9144000" cy="36576"/>
          </a:xfrm>
          <a:prstGeom prst="rect">
            <a:avLst/>
          </a:prstGeom>
          <a:solidFill>
            <a:srgbClr val="E8A7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0" y="1920240"/>
            <a:ext cx="9144000" cy="36576"/>
          </a:xfrm>
          <a:prstGeom prst="rect">
            <a:avLst/>
          </a:prstGeom>
          <a:solidFill>
            <a:srgbClr val="E8A8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0" y="1947672"/>
            <a:ext cx="9144000" cy="36576"/>
          </a:xfrm>
          <a:prstGeom prst="rect">
            <a:avLst/>
          </a:prstGeom>
          <a:solidFill>
            <a:srgbClr val="E8A9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0" y="1975104"/>
            <a:ext cx="9144000" cy="36576"/>
          </a:xfrm>
          <a:prstGeom prst="rect">
            <a:avLst/>
          </a:prstGeom>
          <a:solidFill>
            <a:srgbClr val="E8A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0" y="2002536"/>
            <a:ext cx="9144000" cy="36576"/>
          </a:xfrm>
          <a:prstGeom prst="rect">
            <a:avLst/>
          </a:prstGeom>
          <a:solidFill>
            <a:srgbClr val="E8A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0" y="2029968"/>
            <a:ext cx="9144000" cy="36576"/>
          </a:xfrm>
          <a:prstGeom prst="rect">
            <a:avLst/>
          </a:prstGeom>
          <a:solidFill>
            <a:srgbClr val="E8AD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0" y="2057400"/>
            <a:ext cx="9144000" cy="36576"/>
          </a:xfrm>
          <a:prstGeom prst="rect">
            <a:avLst/>
          </a:prstGeom>
          <a:solidFill>
            <a:srgbClr val="E8AE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0" y="2084832"/>
            <a:ext cx="9144000" cy="36576"/>
          </a:xfrm>
          <a:prstGeom prst="rect">
            <a:avLst/>
          </a:prstGeom>
          <a:solidFill>
            <a:srgbClr val="E8B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0" y="2112264"/>
            <a:ext cx="9144000" cy="36576"/>
          </a:xfrm>
          <a:prstGeom prst="rect">
            <a:avLst/>
          </a:prstGeom>
          <a:solidFill>
            <a:srgbClr val="E8B1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0" y="2139696"/>
            <a:ext cx="9144000" cy="36576"/>
          </a:xfrm>
          <a:prstGeom prst="rect">
            <a:avLst/>
          </a:prstGeom>
          <a:solidFill>
            <a:srgbClr val="E8B2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0" y="2167128"/>
            <a:ext cx="9144000" cy="36576"/>
          </a:xfrm>
          <a:prstGeom prst="rect">
            <a:avLst/>
          </a:prstGeom>
          <a:solidFill>
            <a:srgbClr val="E8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0" y="2194560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0" y="2221992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0" y="2249424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0" y="2276856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0" y="2304288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0" y="2331720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0" y="2359152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0" y="2386584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0" y="2414016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0" y="2441448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0" y="2468880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0" y="2496312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0" y="2523744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0" y="2551176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0" y="2578608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0" y="2606040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0" y="2633472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0" y="2660904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0" y="2688336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0" y="2715768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0" y="2743200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0" y="2770632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0" y="2798064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0" y="2825496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0" y="2852928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0" y="2880360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0" y="2907792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0" y="2935224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0" y="2962656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0" y="2990088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0" y="3017520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0" y="3044952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0" y="3072384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0" y="3099816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0" y="3127248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0" y="3154680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0" y="3182112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0" y="3209544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0" y="3236976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0" y="3264408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0" y="3291840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0" y="3319272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0" y="3346704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0" y="3374136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0" y="3401568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0" y="3429000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0" y="3456432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0" y="3483864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0" y="3511296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0" y="3538728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0" y="3566160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0" y="3593592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7408462" y="1265345"/>
            <a:ext cx="28587" cy="28587"/>
          </a:xfrm>
          <a:prstGeom prst="ellipse">
            <a:avLst/>
          </a:prstGeom>
          <a:solidFill>
            <a:srgbClr val="AABBCC">
              <a:alpha val="5924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6077602" y="640028"/>
            <a:ext cx="17346" cy="17346"/>
          </a:xfrm>
          <a:prstGeom prst="ellipse">
            <a:avLst/>
          </a:prstGeom>
          <a:solidFill>
            <a:srgbClr val="AABBCC">
              <a:alpha val="5191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5990910" y="1422297"/>
            <a:ext cx="24652" cy="24652"/>
          </a:xfrm>
          <a:prstGeom prst="ellipse">
            <a:avLst/>
          </a:prstGeom>
          <a:solidFill>
            <a:srgbClr val="AABBCC">
              <a:alpha val="6123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4030126" y="1659704"/>
            <a:ext cx="17387" cy="17387"/>
          </a:xfrm>
          <a:prstGeom prst="ellipse">
            <a:avLst/>
          </a:prstGeom>
          <a:solidFill>
            <a:srgbClr val="AABBCC">
              <a:alpha val="5667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9130116" y="1623087"/>
            <a:ext cx="20201" cy="20201"/>
          </a:xfrm>
          <a:prstGeom prst="ellipse">
            <a:avLst/>
          </a:prstGeom>
          <a:solidFill>
            <a:srgbClr val="FFFFFF">
              <a:alpha val="7948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3187710" y="671817"/>
            <a:ext cx="25624" cy="25624"/>
          </a:xfrm>
          <a:prstGeom prst="ellipse">
            <a:avLst/>
          </a:prstGeom>
          <a:solidFill>
            <a:srgbClr val="AABBCC">
              <a:alpha val="5053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769406" y="1152627"/>
            <a:ext cx="28918" cy="28918"/>
          </a:xfrm>
          <a:prstGeom prst="ellipse">
            <a:avLst/>
          </a:prstGeom>
          <a:solidFill>
            <a:srgbClr val="AABBCC">
              <a:alpha val="6698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1313246" y="488693"/>
            <a:ext cx="22355" cy="22355"/>
          </a:xfrm>
          <a:prstGeom prst="ellipse">
            <a:avLst/>
          </a:prstGeom>
          <a:solidFill>
            <a:srgbClr val="AABBCC">
              <a:alpha val="5790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3923167" y="1269005"/>
            <a:ext cx="18026" cy="18026"/>
          </a:xfrm>
          <a:prstGeom prst="ellipse">
            <a:avLst/>
          </a:prstGeom>
          <a:solidFill>
            <a:srgbClr val="AABBCC">
              <a:alpha val="6161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7470844" y="650674"/>
            <a:ext cx="23595" cy="23595"/>
          </a:xfrm>
          <a:prstGeom prst="ellipse">
            <a:avLst/>
          </a:prstGeom>
          <a:solidFill>
            <a:srgbClr val="FFFFFF">
              <a:alpha val="7536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7342740" y="200359"/>
            <a:ext cx="18002" cy="18002"/>
          </a:xfrm>
          <a:prstGeom prst="ellipse">
            <a:avLst/>
          </a:prstGeom>
          <a:solidFill>
            <a:srgbClr val="AABBCC">
              <a:alpha val="4439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8784942" y="1640323"/>
            <a:ext cx="22362" cy="22362"/>
          </a:xfrm>
          <a:prstGeom prst="ellipse">
            <a:avLst/>
          </a:prstGeom>
          <a:solidFill>
            <a:srgbClr val="AABBCC">
              <a:alpha val="797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4367391" y="992034"/>
            <a:ext cx="20896" cy="20896"/>
          </a:xfrm>
          <a:prstGeom prst="ellipse">
            <a:avLst/>
          </a:prstGeom>
          <a:solidFill>
            <a:srgbClr val="AABBCC">
              <a:alpha val="7132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6189540" y="573901"/>
            <a:ext cx="30823" cy="30823"/>
          </a:xfrm>
          <a:prstGeom prst="ellipse">
            <a:avLst/>
          </a:prstGeom>
          <a:solidFill>
            <a:srgbClr val="AABBCC">
              <a:alpha val="5567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7366056" y="352575"/>
            <a:ext cx="18122" cy="18122"/>
          </a:xfrm>
          <a:prstGeom prst="ellipse">
            <a:avLst/>
          </a:prstGeom>
          <a:solidFill>
            <a:srgbClr val="AABBCC">
              <a:alpha val="7453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5421658" y="999101"/>
            <a:ext cx="34778" cy="34778"/>
          </a:xfrm>
          <a:prstGeom prst="ellipse">
            <a:avLst/>
          </a:prstGeom>
          <a:solidFill>
            <a:srgbClr val="AABBCC">
              <a:alpha val="6469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8801715" y="278870"/>
            <a:ext cx="34661" cy="34661"/>
          </a:xfrm>
          <a:prstGeom prst="ellipse">
            <a:avLst/>
          </a:prstGeom>
          <a:solidFill>
            <a:srgbClr val="AABBCC">
              <a:alpha val="5000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6567045" y="536754"/>
            <a:ext cx="15702" cy="15702"/>
          </a:xfrm>
          <a:prstGeom prst="ellipse">
            <a:avLst/>
          </a:prstGeom>
          <a:solidFill>
            <a:srgbClr val="AABBCC">
              <a:alpha val="6289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6420585" y="954392"/>
            <a:ext cx="24964" cy="24964"/>
          </a:xfrm>
          <a:prstGeom prst="ellipse">
            <a:avLst/>
          </a:prstGeom>
          <a:solidFill>
            <a:srgbClr val="AABBCC">
              <a:alpha val="7104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4042197" y="1493926"/>
            <a:ext cx="14572" cy="14572"/>
          </a:xfrm>
          <a:prstGeom prst="ellipse">
            <a:avLst/>
          </a:prstGeom>
          <a:solidFill>
            <a:srgbClr val="AABBCC">
              <a:alpha val="4398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6873330" y="1453705"/>
            <a:ext cx="27759" cy="27759"/>
          </a:xfrm>
          <a:prstGeom prst="ellipse">
            <a:avLst/>
          </a:prstGeom>
          <a:solidFill>
            <a:srgbClr val="AABBCC">
              <a:alpha val="6560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5340555" y="20807"/>
            <a:ext cx="19631" cy="19631"/>
          </a:xfrm>
          <a:prstGeom prst="ellipse">
            <a:avLst/>
          </a:prstGeom>
          <a:solidFill>
            <a:srgbClr val="AABBCC">
              <a:alpha val="5908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5291124" y="317500"/>
            <a:ext cx="32047" cy="32047"/>
          </a:xfrm>
          <a:prstGeom prst="ellipse">
            <a:avLst/>
          </a:prstGeom>
          <a:solidFill>
            <a:srgbClr val="AABBCC">
              <a:alpha val="5342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6828271" y="377176"/>
            <a:ext cx="22656" cy="22656"/>
          </a:xfrm>
          <a:prstGeom prst="ellipse">
            <a:avLst/>
          </a:prstGeom>
          <a:solidFill>
            <a:srgbClr val="AABBCC">
              <a:alpha val="7150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5600595" y="1395340"/>
            <a:ext cx="26981" cy="26981"/>
          </a:xfrm>
          <a:prstGeom prst="ellipse">
            <a:avLst/>
          </a:prstGeom>
          <a:solidFill>
            <a:srgbClr val="AABBCC">
              <a:alpha val="7949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2785408" y="517877"/>
            <a:ext cx="25221" cy="25221"/>
          </a:xfrm>
          <a:prstGeom prst="ellipse">
            <a:avLst/>
          </a:prstGeom>
          <a:solidFill>
            <a:srgbClr val="AABBCC">
              <a:alpha val="6914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5145260" y="613877"/>
            <a:ext cx="23975" cy="23975"/>
          </a:xfrm>
          <a:prstGeom prst="ellipse">
            <a:avLst/>
          </a:prstGeom>
          <a:solidFill>
            <a:srgbClr val="AABBCC">
              <a:alpha val="7559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6788874" y="1471734"/>
            <a:ext cx="18041" cy="18041"/>
          </a:xfrm>
          <a:prstGeom prst="ellipse">
            <a:avLst/>
          </a:prstGeom>
          <a:solidFill>
            <a:srgbClr val="AABBCC">
              <a:alpha val="4972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2148434" y="702147"/>
            <a:ext cx="33315" cy="33315"/>
          </a:xfrm>
          <a:prstGeom prst="ellipse">
            <a:avLst/>
          </a:prstGeom>
          <a:solidFill>
            <a:srgbClr val="AABBCC">
              <a:alpha val="6324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2168192" y="1496149"/>
            <a:ext cx="14689" cy="14689"/>
          </a:xfrm>
          <a:prstGeom prst="ellipse">
            <a:avLst/>
          </a:prstGeom>
          <a:solidFill>
            <a:srgbClr val="AABBCC">
              <a:alpha val="6815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1546778" y="1759928"/>
            <a:ext cx="23149" cy="23149"/>
          </a:xfrm>
          <a:prstGeom prst="ellipse">
            <a:avLst/>
          </a:prstGeom>
          <a:solidFill>
            <a:srgbClr val="AABBCC">
              <a:alpha val="6202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2015604" y="967297"/>
            <a:ext cx="35959" cy="35959"/>
          </a:xfrm>
          <a:prstGeom prst="ellipse">
            <a:avLst/>
          </a:prstGeom>
          <a:solidFill>
            <a:srgbClr val="AABBCC">
              <a:alpha val="6902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7621527" y="1212330"/>
            <a:ext cx="24970" cy="24970"/>
          </a:xfrm>
          <a:prstGeom prst="ellipse">
            <a:avLst/>
          </a:prstGeom>
          <a:solidFill>
            <a:srgbClr val="AABBCC">
              <a:alpha val="5640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8861593" y="35630"/>
            <a:ext cx="16631" cy="16631"/>
          </a:xfrm>
          <a:prstGeom prst="ellipse">
            <a:avLst/>
          </a:prstGeom>
          <a:solidFill>
            <a:srgbClr val="AABBCC">
              <a:alpha val="5202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5944663" y="744959"/>
            <a:ext cx="26231" cy="26231"/>
          </a:xfrm>
          <a:prstGeom prst="ellipse">
            <a:avLst/>
          </a:prstGeom>
          <a:solidFill>
            <a:srgbClr val="FFFFFF">
              <a:alpha val="6171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2731164" y="1680943"/>
            <a:ext cx="36298" cy="36298"/>
          </a:xfrm>
          <a:prstGeom prst="ellipse">
            <a:avLst/>
          </a:prstGeom>
          <a:solidFill>
            <a:srgbClr val="AABBCC">
              <a:alpha val="4499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256264" y="63480"/>
            <a:ext cx="16113" cy="16113"/>
          </a:xfrm>
          <a:prstGeom prst="ellipse">
            <a:avLst/>
          </a:prstGeom>
          <a:solidFill>
            <a:srgbClr val="AABBCC">
              <a:alpha val="5014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6327307" y="1776507"/>
            <a:ext cx="35904" cy="35904"/>
          </a:xfrm>
          <a:prstGeom prst="ellipse">
            <a:avLst/>
          </a:prstGeom>
          <a:solidFill>
            <a:srgbClr val="AABBCC">
              <a:alpha val="6919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6558509" y="1162485"/>
            <a:ext cx="35973" cy="35973"/>
          </a:xfrm>
          <a:prstGeom prst="ellipse">
            <a:avLst/>
          </a:prstGeom>
          <a:solidFill>
            <a:srgbClr val="AABBCC">
              <a:alpha val="7339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6394933" y="1395991"/>
            <a:ext cx="23553" cy="23553"/>
          </a:xfrm>
          <a:prstGeom prst="ellipse">
            <a:avLst/>
          </a:prstGeom>
          <a:solidFill>
            <a:srgbClr val="FFFFFF">
              <a:alpha val="5618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4902619" y="619596"/>
            <a:ext cx="26578" cy="26578"/>
          </a:xfrm>
          <a:prstGeom prst="ellipse">
            <a:avLst/>
          </a:prstGeom>
          <a:solidFill>
            <a:srgbClr val="AABBCC">
              <a:alpha val="5425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3522335" y="569039"/>
            <a:ext cx="19411" cy="19411"/>
          </a:xfrm>
          <a:prstGeom prst="ellipse">
            <a:avLst/>
          </a:prstGeom>
          <a:solidFill>
            <a:srgbClr val="AABBCC">
              <a:alpha val="5340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404687" y="2947"/>
            <a:ext cx="26254" cy="26254"/>
          </a:xfrm>
          <a:prstGeom prst="ellipse">
            <a:avLst/>
          </a:prstGeom>
          <a:solidFill>
            <a:srgbClr val="FFFFFF">
              <a:alpha val="4057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5569291" y="882022"/>
            <a:ext cx="18839" cy="18839"/>
          </a:xfrm>
          <a:prstGeom prst="ellipse">
            <a:avLst/>
          </a:prstGeom>
          <a:solidFill>
            <a:srgbClr val="AABBCC">
              <a:alpha val="5463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7491476" y="1139614"/>
            <a:ext cx="25301" cy="25301"/>
          </a:xfrm>
          <a:prstGeom prst="ellipse">
            <a:avLst/>
          </a:prstGeom>
          <a:solidFill>
            <a:srgbClr val="AABBCC">
              <a:alpha val="4267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7661914" y="1332138"/>
            <a:ext cx="22194" cy="22194"/>
          </a:xfrm>
          <a:prstGeom prst="ellipse">
            <a:avLst/>
          </a:prstGeom>
          <a:solidFill>
            <a:srgbClr val="AABBCC">
              <a:alpha val="5253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2313253" y="1487220"/>
            <a:ext cx="19963" cy="19963"/>
          </a:xfrm>
          <a:prstGeom prst="ellipse">
            <a:avLst/>
          </a:prstGeom>
          <a:solidFill>
            <a:srgbClr val="AABBCC">
              <a:alpha val="7331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8910949" y="542194"/>
            <a:ext cx="25775" cy="25775"/>
          </a:xfrm>
          <a:prstGeom prst="ellipse">
            <a:avLst/>
          </a:prstGeom>
          <a:solidFill>
            <a:srgbClr val="AABBCC">
              <a:alpha val="7403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5963279" y="1050422"/>
            <a:ext cx="33680" cy="33680"/>
          </a:xfrm>
          <a:prstGeom prst="ellipse">
            <a:avLst/>
          </a:prstGeom>
          <a:solidFill>
            <a:srgbClr val="FFFFFF">
              <a:alpha val="5514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1615433" y="473892"/>
            <a:ext cx="28265" cy="28265"/>
          </a:xfrm>
          <a:prstGeom prst="ellipse">
            <a:avLst/>
          </a:prstGeom>
          <a:solidFill>
            <a:srgbClr val="AABBCC">
              <a:alpha val="5450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8171302" y="487921"/>
            <a:ext cx="31453" cy="31453"/>
          </a:xfrm>
          <a:prstGeom prst="ellipse">
            <a:avLst/>
          </a:prstGeom>
          <a:solidFill>
            <a:srgbClr val="AABBCC">
              <a:alpha val="4128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6310018" y="1190769"/>
            <a:ext cx="16650" cy="16650"/>
          </a:xfrm>
          <a:prstGeom prst="ellipse">
            <a:avLst/>
          </a:prstGeom>
          <a:solidFill>
            <a:srgbClr val="AABBCC">
              <a:alpha val="6180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8598087" y="1628375"/>
            <a:ext cx="26688" cy="26688"/>
          </a:xfrm>
          <a:prstGeom prst="ellipse">
            <a:avLst/>
          </a:prstGeom>
          <a:solidFill>
            <a:srgbClr val="AABBCC">
              <a:alpha val="4821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4732729" y="233447"/>
            <a:ext cx="26410" cy="26410"/>
          </a:xfrm>
          <a:prstGeom prst="ellipse">
            <a:avLst/>
          </a:prstGeom>
          <a:solidFill>
            <a:srgbClr val="AABBCC">
              <a:alpha val="5104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2652096" y="1335012"/>
            <a:ext cx="14866" cy="14866"/>
          </a:xfrm>
          <a:prstGeom prst="ellipse">
            <a:avLst/>
          </a:prstGeom>
          <a:solidFill>
            <a:srgbClr val="AABBCC">
              <a:alpha val="7216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1549245" y="1076477"/>
            <a:ext cx="32586" cy="32586"/>
          </a:xfrm>
          <a:prstGeom prst="ellipse">
            <a:avLst/>
          </a:prstGeom>
          <a:solidFill>
            <a:srgbClr val="AABBCC">
              <a:alpha val="7353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7111684" y="1227153"/>
            <a:ext cx="33935" cy="33935"/>
          </a:xfrm>
          <a:prstGeom prst="ellipse">
            <a:avLst/>
          </a:prstGeom>
          <a:solidFill>
            <a:srgbClr val="FFFFFF">
              <a:alpha val="6982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5021301" y="105916"/>
            <a:ext cx="29832" cy="29832"/>
          </a:xfrm>
          <a:prstGeom prst="ellipse">
            <a:avLst/>
          </a:prstGeom>
          <a:solidFill>
            <a:srgbClr val="AABBCC">
              <a:alpha val="4244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4161314" y="1266582"/>
            <a:ext cx="22411" cy="22411"/>
          </a:xfrm>
          <a:prstGeom prst="ellipse">
            <a:avLst/>
          </a:prstGeom>
          <a:solidFill>
            <a:srgbClr val="AABBCC">
              <a:alpha val="6594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7931031" y="970872"/>
            <a:ext cx="19942" cy="19942"/>
          </a:xfrm>
          <a:prstGeom prst="ellipse">
            <a:avLst/>
          </a:prstGeom>
          <a:solidFill>
            <a:srgbClr val="AABBCC">
              <a:alpha val="6901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5681812" y="824222"/>
            <a:ext cx="33470" cy="33470"/>
          </a:xfrm>
          <a:prstGeom prst="ellipse">
            <a:avLst/>
          </a:prstGeom>
          <a:solidFill>
            <a:srgbClr val="AABBCC">
              <a:alpha val="7618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5108647" y="31078"/>
            <a:ext cx="14981" cy="14981"/>
          </a:xfrm>
          <a:prstGeom prst="ellipse">
            <a:avLst/>
          </a:prstGeom>
          <a:solidFill>
            <a:srgbClr val="AABBCC">
              <a:alpha val="4172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2470339" y="1365183"/>
            <a:ext cx="34692" cy="34692"/>
          </a:xfrm>
          <a:prstGeom prst="ellipse">
            <a:avLst/>
          </a:prstGeom>
          <a:solidFill>
            <a:srgbClr val="FFFFFF">
              <a:alpha val="5019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4027063" y="529755"/>
            <a:ext cx="32998" cy="32998"/>
          </a:xfrm>
          <a:prstGeom prst="ellipse">
            <a:avLst/>
          </a:prstGeom>
          <a:solidFill>
            <a:srgbClr val="AABBCC">
              <a:alpha val="6311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2881682" y="1695054"/>
            <a:ext cx="14002" cy="14002"/>
          </a:xfrm>
          <a:prstGeom prst="ellipse">
            <a:avLst/>
          </a:prstGeom>
          <a:solidFill>
            <a:srgbClr val="AABBCC">
              <a:alpha val="6534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4810010" y="755150"/>
            <a:ext cx="20876" cy="20876"/>
          </a:xfrm>
          <a:prstGeom prst="ellipse">
            <a:avLst/>
          </a:prstGeom>
          <a:solidFill>
            <a:srgbClr val="AABBCC">
              <a:alpha val="7639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2187519" y="327395"/>
            <a:ext cx="26989" cy="26989"/>
          </a:xfrm>
          <a:prstGeom prst="ellipse">
            <a:avLst/>
          </a:prstGeom>
          <a:solidFill>
            <a:srgbClr val="AABBCC">
              <a:alpha val="494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7333535" y="1761698"/>
            <a:ext cx="19529" cy="19529"/>
          </a:xfrm>
          <a:prstGeom prst="ellipse">
            <a:avLst/>
          </a:prstGeom>
          <a:solidFill>
            <a:srgbClr val="AABBCC">
              <a:alpha val="5287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2719256" y="411607"/>
            <a:ext cx="14419" cy="14419"/>
          </a:xfrm>
          <a:prstGeom prst="ellipse">
            <a:avLst/>
          </a:prstGeom>
          <a:solidFill>
            <a:srgbClr val="AABBCC">
              <a:alpha val="7845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6816362" y="242926"/>
            <a:ext cx="27684" cy="27684"/>
          </a:xfrm>
          <a:prstGeom prst="ellipse">
            <a:avLst/>
          </a:prstGeom>
          <a:solidFill>
            <a:srgbClr val="AABBCC">
              <a:alpha val="5616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3752230" y="1392311"/>
            <a:ext cx="21492" cy="21492"/>
          </a:xfrm>
          <a:prstGeom prst="ellipse">
            <a:avLst/>
          </a:prstGeom>
          <a:solidFill>
            <a:srgbClr val="AABBCC">
              <a:alpha val="4941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4149284" y="681077"/>
            <a:ext cx="20742" cy="20742"/>
          </a:xfrm>
          <a:prstGeom prst="ellipse">
            <a:avLst/>
          </a:prstGeom>
          <a:solidFill>
            <a:srgbClr val="AABBCC">
              <a:alpha val="4306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5335118" y="564889"/>
            <a:ext cx="34769" cy="34769"/>
          </a:xfrm>
          <a:prstGeom prst="ellipse">
            <a:avLst/>
          </a:prstGeom>
          <a:solidFill>
            <a:srgbClr val="AABBCC">
              <a:alpha val="4152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2570796" y="1728228"/>
            <a:ext cx="17405" cy="17405"/>
          </a:xfrm>
          <a:prstGeom prst="ellipse">
            <a:avLst/>
          </a:prstGeom>
          <a:solidFill>
            <a:srgbClr val="FFFFFF">
              <a:alpha val="4028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7436637" y="1210027"/>
            <a:ext cx="36531" cy="36531"/>
          </a:xfrm>
          <a:prstGeom prst="ellipse">
            <a:avLst/>
          </a:prstGeom>
          <a:solidFill>
            <a:srgbClr val="AABBCC">
              <a:alpha val="4443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3092629" y="282096"/>
            <a:ext cx="15585" cy="15585"/>
          </a:xfrm>
          <a:prstGeom prst="ellipse">
            <a:avLst/>
          </a:prstGeom>
          <a:solidFill>
            <a:srgbClr val="FFFFFF">
              <a:alpha val="4781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757393" y="142350"/>
            <a:ext cx="30727" cy="30727"/>
          </a:xfrm>
          <a:prstGeom prst="ellipse">
            <a:avLst/>
          </a:prstGeom>
          <a:solidFill>
            <a:srgbClr val="AABBCC">
              <a:alpha val="6284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2380122" y="400807"/>
            <a:ext cx="35932" cy="35932"/>
          </a:xfrm>
          <a:prstGeom prst="ellipse">
            <a:avLst/>
          </a:prstGeom>
          <a:solidFill>
            <a:srgbClr val="FFFFFF">
              <a:alpha val="4354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4184162" y="1526043"/>
            <a:ext cx="33101" cy="33101"/>
          </a:xfrm>
          <a:prstGeom prst="ellipse">
            <a:avLst/>
          </a:prstGeom>
          <a:solidFill>
            <a:srgbClr val="AABBCC">
              <a:alpha val="569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9101419" y="282554"/>
            <a:ext cx="17584" cy="17584"/>
          </a:xfrm>
          <a:prstGeom prst="ellipse">
            <a:avLst/>
          </a:prstGeom>
          <a:solidFill>
            <a:srgbClr val="AABBCC">
              <a:alpha val="4994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2312356" y="282552"/>
            <a:ext cx="31573" cy="31573"/>
          </a:xfrm>
          <a:prstGeom prst="ellipse">
            <a:avLst/>
          </a:prstGeom>
          <a:solidFill>
            <a:srgbClr val="AABBCC">
              <a:alpha val="5947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7456475" y="805784"/>
            <a:ext cx="35198" cy="35198"/>
          </a:xfrm>
          <a:prstGeom prst="ellipse">
            <a:avLst/>
          </a:prstGeom>
          <a:solidFill>
            <a:srgbClr val="AABBCC">
              <a:alpha val="6469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7650472" y="242200"/>
            <a:ext cx="18614" cy="18614"/>
          </a:xfrm>
          <a:prstGeom prst="ellipse">
            <a:avLst/>
          </a:prstGeom>
          <a:solidFill>
            <a:srgbClr val="AABBCC">
              <a:alpha val="7234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313111" y="1623637"/>
            <a:ext cx="35518" cy="35518"/>
          </a:xfrm>
          <a:prstGeom prst="ellipse">
            <a:avLst/>
          </a:prstGeom>
          <a:solidFill>
            <a:srgbClr val="AABBCC">
              <a:alpha val="5343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8546691" y="1502764"/>
            <a:ext cx="20613" cy="20613"/>
          </a:xfrm>
          <a:prstGeom prst="ellipse">
            <a:avLst/>
          </a:prstGeom>
          <a:solidFill>
            <a:srgbClr val="AABBCC">
              <a:alpha val="4123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935402" y="96456"/>
            <a:ext cx="29185" cy="29185"/>
          </a:xfrm>
          <a:prstGeom prst="ellipse">
            <a:avLst/>
          </a:prstGeom>
          <a:solidFill>
            <a:srgbClr val="AABBCC">
              <a:alpha val="511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4125034" y="1227704"/>
            <a:ext cx="27663" cy="27663"/>
          </a:xfrm>
          <a:prstGeom prst="ellipse">
            <a:avLst/>
          </a:prstGeom>
          <a:solidFill>
            <a:srgbClr val="AABBCC">
              <a:alpha val="6254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418856" y="332876"/>
            <a:ext cx="33774" cy="33774"/>
          </a:xfrm>
          <a:prstGeom prst="ellipse">
            <a:avLst/>
          </a:prstGeom>
          <a:solidFill>
            <a:srgbClr val="AABBCC">
              <a:alpha val="4233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6788787" y="1352323"/>
            <a:ext cx="24836" cy="24836"/>
          </a:xfrm>
          <a:prstGeom prst="ellipse">
            <a:avLst/>
          </a:prstGeom>
          <a:solidFill>
            <a:srgbClr val="AABBCC">
              <a:alpha val="4252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4951157" y="974919"/>
            <a:ext cx="31555" cy="31555"/>
          </a:xfrm>
          <a:prstGeom prst="ellipse">
            <a:avLst/>
          </a:prstGeom>
          <a:solidFill>
            <a:srgbClr val="AABBCC">
              <a:alpha val="6085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2686507" y="1139980"/>
            <a:ext cx="31370" cy="31370"/>
          </a:xfrm>
          <a:prstGeom prst="ellipse">
            <a:avLst/>
          </a:prstGeom>
          <a:solidFill>
            <a:srgbClr val="AABBCC">
              <a:alpha val="7405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5921504" y="1562667"/>
            <a:ext cx="21784" cy="21784"/>
          </a:xfrm>
          <a:prstGeom prst="ellipse">
            <a:avLst/>
          </a:prstGeom>
          <a:solidFill>
            <a:srgbClr val="FFFFFF">
              <a:alpha val="5461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4968047" y="435063"/>
            <a:ext cx="28991" cy="28991"/>
          </a:xfrm>
          <a:prstGeom prst="ellipse">
            <a:avLst/>
          </a:prstGeom>
          <a:solidFill>
            <a:srgbClr val="FFFFFF">
              <a:alpha val="7488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1644312" y="1017692"/>
            <a:ext cx="35085" cy="35085"/>
          </a:xfrm>
          <a:prstGeom prst="ellipse">
            <a:avLst/>
          </a:prstGeom>
          <a:solidFill>
            <a:srgbClr val="AABBCC">
              <a:alpha val="792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2834317" y="1644388"/>
            <a:ext cx="28457" cy="28457"/>
          </a:xfrm>
          <a:prstGeom prst="ellipse">
            <a:avLst/>
          </a:prstGeom>
          <a:solidFill>
            <a:srgbClr val="AABBCC">
              <a:alpha val="4569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8364845" y="1259523"/>
            <a:ext cx="15109" cy="15109"/>
          </a:xfrm>
          <a:prstGeom prst="ellipse">
            <a:avLst/>
          </a:prstGeom>
          <a:solidFill>
            <a:srgbClr val="AABBCC">
              <a:alpha val="5950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1577385" y="1223403"/>
            <a:ext cx="19692" cy="19692"/>
          </a:xfrm>
          <a:prstGeom prst="ellipse">
            <a:avLst/>
          </a:prstGeom>
          <a:solidFill>
            <a:srgbClr val="AABBCC">
              <a:alpha val="7265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724597" y="-3614"/>
            <a:ext cx="26986" cy="26986"/>
          </a:xfrm>
          <a:prstGeom prst="ellipse">
            <a:avLst/>
          </a:prstGeom>
          <a:solidFill>
            <a:srgbClr val="AABBCC">
              <a:alpha val="7237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1281745" y="1230146"/>
            <a:ext cx="19745" cy="19745"/>
          </a:xfrm>
          <a:prstGeom prst="ellipse">
            <a:avLst/>
          </a:prstGeom>
          <a:solidFill>
            <a:srgbClr val="AABBCC">
              <a:alpha val="7437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8692295" y="1085506"/>
            <a:ext cx="20968" cy="20968"/>
          </a:xfrm>
          <a:prstGeom prst="ellipse">
            <a:avLst/>
          </a:prstGeom>
          <a:solidFill>
            <a:srgbClr val="AABBCC">
              <a:alpha val="4376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3175593" y="1209449"/>
            <a:ext cx="27416" cy="27416"/>
          </a:xfrm>
          <a:prstGeom prst="ellipse">
            <a:avLst/>
          </a:prstGeom>
          <a:solidFill>
            <a:srgbClr val="AABBCC">
              <a:alpha val="6060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3819711" y="1250984"/>
            <a:ext cx="31741" cy="31741"/>
          </a:xfrm>
          <a:prstGeom prst="ellipse">
            <a:avLst/>
          </a:prstGeom>
          <a:solidFill>
            <a:srgbClr val="AABBCC">
              <a:alpha val="5697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4185226" y="1218306"/>
            <a:ext cx="29748" cy="29748"/>
          </a:xfrm>
          <a:prstGeom prst="ellipse">
            <a:avLst/>
          </a:prstGeom>
          <a:solidFill>
            <a:srgbClr val="FFFFFF">
              <a:alpha val="7107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872431" y="127457"/>
            <a:ext cx="14171" cy="14171"/>
          </a:xfrm>
          <a:prstGeom prst="ellipse">
            <a:avLst/>
          </a:prstGeom>
          <a:solidFill>
            <a:srgbClr val="AABBCC">
              <a:alpha val="7080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8523270" y="704796"/>
            <a:ext cx="16978" cy="16978"/>
          </a:xfrm>
          <a:prstGeom prst="ellipse">
            <a:avLst/>
          </a:prstGeom>
          <a:solidFill>
            <a:srgbClr val="AABBCC">
              <a:alpha val="7272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1269365" y="945639"/>
            <a:ext cx="18933" cy="18933"/>
          </a:xfrm>
          <a:prstGeom prst="ellipse">
            <a:avLst/>
          </a:prstGeom>
          <a:solidFill>
            <a:srgbClr val="AABBCC">
              <a:alpha val="7454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2614903" y="1529775"/>
            <a:ext cx="27474" cy="27474"/>
          </a:xfrm>
          <a:prstGeom prst="ellipse">
            <a:avLst/>
          </a:prstGeom>
          <a:solidFill>
            <a:srgbClr val="AABBCC">
              <a:alpha val="7504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8186180" y="269937"/>
            <a:ext cx="22805" cy="22805"/>
          </a:xfrm>
          <a:prstGeom prst="ellipse">
            <a:avLst/>
          </a:prstGeom>
          <a:solidFill>
            <a:srgbClr val="AABBCC">
              <a:alpha val="5989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3352898" y="353483"/>
            <a:ext cx="27399" cy="27399"/>
          </a:xfrm>
          <a:prstGeom prst="ellipse">
            <a:avLst/>
          </a:prstGeom>
          <a:solidFill>
            <a:srgbClr val="AABBCC">
              <a:alpha val="7095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3" name="Shape 241"/>
          <p:cNvSpPr/>
          <p:nvPr/>
        </p:nvSpPr>
        <p:spPr>
          <a:xfrm>
            <a:off x="6516022" y="689815"/>
            <a:ext cx="17961" cy="17961"/>
          </a:xfrm>
          <a:prstGeom prst="ellipse">
            <a:avLst/>
          </a:prstGeom>
          <a:solidFill>
            <a:srgbClr val="AABBCC">
              <a:alpha val="6486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4" name="Shape 242"/>
          <p:cNvSpPr/>
          <p:nvPr/>
        </p:nvSpPr>
        <p:spPr>
          <a:xfrm>
            <a:off x="2705678" y="1244576"/>
            <a:ext cx="32396" cy="32396"/>
          </a:xfrm>
          <a:prstGeom prst="ellipse">
            <a:avLst/>
          </a:prstGeom>
          <a:solidFill>
            <a:srgbClr val="AABBCC">
              <a:alpha val="6341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5" name="Shape 243"/>
          <p:cNvSpPr/>
          <p:nvPr/>
        </p:nvSpPr>
        <p:spPr>
          <a:xfrm>
            <a:off x="2198954" y="1449735"/>
            <a:ext cx="25710" cy="25710"/>
          </a:xfrm>
          <a:prstGeom prst="ellipse">
            <a:avLst/>
          </a:prstGeom>
          <a:solidFill>
            <a:srgbClr val="AABBCC">
              <a:alpha val="6491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6" name="Shape 244"/>
          <p:cNvSpPr/>
          <p:nvPr/>
        </p:nvSpPr>
        <p:spPr>
          <a:xfrm>
            <a:off x="5409078" y="1388596"/>
            <a:ext cx="23496" cy="23496"/>
          </a:xfrm>
          <a:prstGeom prst="ellipse">
            <a:avLst/>
          </a:prstGeom>
          <a:solidFill>
            <a:srgbClr val="AABBCC">
              <a:alpha val="4642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7" name="Shape 245"/>
          <p:cNvSpPr/>
          <p:nvPr/>
        </p:nvSpPr>
        <p:spPr>
          <a:xfrm>
            <a:off x="4395500" y="495172"/>
            <a:ext cx="25616" cy="25616"/>
          </a:xfrm>
          <a:prstGeom prst="ellipse">
            <a:avLst/>
          </a:prstGeom>
          <a:solidFill>
            <a:srgbClr val="FFFFFF">
              <a:alpha val="5972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8" name="Shape 246"/>
          <p:cNvSpPr/>
          <p:nvPr/>
        </p:nvSpPr>
        <p:spPr>
          <a:xfrm>
            <a:off x="6992671" y="1763695"/>
            <a:ext cx="19815" cy="19815"/>
          </a:xfrm>
          <a:prstGeom prst="ellipse">
            <a:avLst/>
          </a:prstGeom>
          <a:solidFill>
            <a:srgbClr val="AABBCC">
              <a:alpha val="4766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9" name="Shape 247"/>
          <p:cNvSpPr/>
          <p:nvPr/>
        </p:nvSpPr>
        <p:spPr>
          <a:xfrm>
            <a:off x="8265188" y="340713"/>
            <a:ext cx="14804" cy="14804"/>
          </a:xfrm>
          <a:prstGeom prst="ellipse">
            <a:avLst/>
          </a:prstGeom>
          <a:solidFill>
            <a:srgbClr val="FFFFFF">
              <a:alpha val="5968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0" name="Shape 248"/>
          <p:cNvSpPr/>
          <p:nvPr/>
        </p:nvSpPr>
        <p:spPr>
          <a:xfrm>
            <a:off x="7058839" y="446335"/>
            <a:ext cx="15626" cy="15626"/>
          </a:xfrm>
          <a:prstGeom prst="ellipse">
            <a:avLst/>
          </a:prstGeom>
          <a:solidFill>
            <a:srgbClr val="AABBCC">
              <a:alpha val="6348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1" name="Shape 249"/>
          <p:cNvSpPr/>
          <p:nvPr/>
        </p:nvSpPr>
        <p:spPr>
          <a:xfrm>
            <a:off x="3623210" y="772450"/>
            <a:ext cx="15328" cy="15328"/>
          </a:xfrm>
          <a:prstGeom prst="ellipse">
            <a:avLst/>
          </a:prstGeom>
          <a:solidFill>
            <a:srgbClr val="FFFFFF">
              <a:alpha val="4120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2" name="Shape 250"/>
          <p:cNvSpPr/>
          <p:nvPr/>
        </p:nvSpPr>
        <p:spPr>
          <a:xfrm>
            <a:off x="488942" y="1739614"/>
            <a:ext cx="21081" cy="21081"/>
          </a:xfrm>
          <a:prstGeom prst="ellipse">
            <a:avLst/>
          </a:prstGeom>
          <a:solidFill>
            <a:srgbClr val="AABBCC">
              <a:alpha val="6039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3" name="Shape 251"/>
          <p:cNvSpPr/>
          <p:nvPr/>
        </p:nvSpPr>
        <p:spPr>
          <a:xfrm>
            <a:off x="2035150" y="1122000"/>
            <a:ext cx="33741" cy="33741"/>
          </a:xfrm>
          <a:prstGeom prst="ellipse">
            <a:avLst/>
          </a:prstGeom>
          <a:solidFill>
            <a:srgbClr val="FFFFFF">
              <a:alpha val="5869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4" name="Shape 252"/>
          <p:cNvSpPr/>
          <p:nvPr/>
        </p:nvSpPr>
        <p:spPr>
          <a:xfrm>
            <a:off x="5339308" y="260044"/>
            <a:ext cx="94254" cy="94254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5" name="Shape 253"/>
          <p:cNvSpPr/>
          <p:nvPr/>
        </p:nvSpPr>
        <p:spPr>
          <a:xfrm>
            <a:off x="5362872" y="283607"/>
            <a:ext cx="47127" cy="47127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6" name="Shape 254"/>
          <p:cNvSpPr/>
          <p:nvPr/>
        </p:nvSpPr>
        <p:spPr>
          <a:xfrm>
            <a:off x="5355807" y="1148638"/>
            <a:ext cx="93675" cy="93675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7" name="Shape 255"/>
          <p:cNvSpPr/>
          <p:nvPr/>
        </p:nvSpPr>
        <p:spPr>
          <a:xfrm>
            <a:off x="5379226" y="1172057"/>
            <a:ext cx="46838" cy="46838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8" name="Shape 256"/>
          <p:cNvSpPr/>
          <p:nvPr/>
        </p:nvSpPr>
        <p:spPr>
          <a:xfrm>
            <a:off x="1238880" y="690270"/>
            <a:ext cx="103101" cy="103101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9" name="Shape 257"/>
          <p:cNvSpPr/>
          <p:nvPr/>
        </p:nvSpPr>
        <p:spPr>
          <a:xfrm>
            <a:off x="1264656" y="716045"/>
            <a:ext cx="51551" cy="51551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0" name="Shape 258"/>
          <p:cNvSpPr/>
          <p:nvPr/>
        </p:nvSpPr>
        <p:spPr>
          <a:xfrm>
            <a:off x="2801750" y="853164"/>
            <a:ext cx="100816" cy="1008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1" name="Shape 259"/>
          <p:cNvSpPr/>
          <p:nvPr/>
        </p:nvSpPr>
        <p:spPr>
          <a:xfrm>
            <a:off x="2826954" y="878368"/>
            <a:ext cx="50408" cy="50408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2" name="Shape 260"/>
          <p:cNvSpPr/>
          <p:nvPr/>
        </p:nvSpPr>
        <p:spPr>
          <a:xfrm>
            <a:off x="3712823" y="211105"/>
            <a:ext cx="114280" cy="11428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3" name="Shape 261"/>
          <p:cNvSpPr/>
          <p:nvPr/>
        </p:nvSpPr>
        <p:spPr>
          <a:xfrm>
            <a:off x="3741393" y="239675"/>
            <a:ext cx="57140" cy="5714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4" name="Shape 262"/>
          <p:cNvSpPr/>
          <p:nvPr/>
        </p:nvSpPr>
        <p:spPr>
          <a:xfrm>
            <a:off x="897379" y="211220"/>
            <a:ext cx="104792" cy="104792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5" name="Shape 263"/>
          <p:cNvSpPr/>
          <p:nvPr/>
        </p:nvSpPr>
        <p:spPr>
          <a:xfrm>
            <a:off x="923577" y="237418"/>
            <a:ext cx="52396" cy="52396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6" name="Shape 264"/>
          <p:cNvSpPr/>
          <p:nvPr/>
        </p:nvSpPr>
        <p:spPr>
          <a:xfrm>
            <a:off x="4786209" y="820553"/>
            <a:ext cx="104961" cy="104961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7" name="Shape 265"/>
          <p:cNvSpPr/>
          <p:nvPr/>
        </p:nvSpPr>
        <p:spPr>
          <a:xfrm>
            <a:off x="4812449" y="846793"/>
            <a:ext cx="52480" cy="5248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8" name="Shape 266"/>
          <p:cNvSpPr/>
          <p:nvPr/>
        </p:nvSpPr>
        <p:spPr>
          <a:xfrm>
            <a:off x="6201844" y="1206131"/>
            <a:ext cx="88272" cy="88272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>
            <a:off x="6223912" y="1228199"/>
            <a:ext cx="44136" cy="44136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0" name="Shape 268"/>
          <p:cNvSpPr/>
          <p:nvPr/>
        </p:nvSpPr>
        <p:spPr>
          <a:xfrm>
            <a:off x="3657600" y="1303020"/>
            <a:ext cx="4572000" cy="2743200"/>
          </a:xfrm>
          <a:prstGeom prst="ellipse">
            <a:avLst/>
          </a:prstGeom>
          <a:solidFill>
            <a:srgbClr val="C85A34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1" name="Shape 269"/>
          <p:cNvSpPr/>
          <p:nvPr/>
        </p:nvSpPr>
        <p:spPr>
          <a:xfrm>
            <a:off x="4572000" y="1943100"/>
            <a:ext cx="2743200" cy="1463040"/>
          </a:xfrm>
          <a:prstGeom prst="ellipse">
            <a:avLst/>
          </a:prstGeom>
          <a:solidFill>
            <a:srgbClr val="E8A44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5394960" y="2354580"/>
            <a:ext cx="1097280" cy="640080"/>
          </a:xfrm>
          <a:prstGeom prst="ellipse">
            <a:avLst/>
          </a:prstGeom>
          <a:solidFill>
            <a:srgbClr val="FFF4E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3" name="Shape 271"/>
          <p:cNvSpPr/>
          <p:nvPr/>
        </p:nvSpPr>
        <p:spPr>
          <a:xfrm>
            <a:off x="914400" y="2582936"/>
            <a:ext cx="50292" cy="265200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4" name="Shape 272"/>
          <p:cNvSpPr/>
          <p:nvPr/>
        </p:nvSpPr>
        <p:spPr>
          <a:xfrm>
            <a:off x="960120" y="2578703"/>
            <a:ext cx="50292" cy="265623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5" name="Shape 273"/>
          <p:cNvSpPr/>
          <p:nvPr/>
        </p:nvSpPr>
        <p:spPr>
          <a:xfrm>
            <a:off x="1005840" y="2558326"/>
            <a:ext cx="50292" cy="267661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6" name="Shape 274"/>
          <p:cNvSpPr/>
          <p:nvPr/>
        </p:nvSpPr>
        <p:spPr>
          <a:xfrm>
            <a:off x="1051560" y="2521830"/>
            <a:ext cx="50292" cy="271311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7" name="Shape 275"/>
          <p:cNvSpPr/>
          <p:nvPr/>
        </p:nvSpPr>
        <p:spPr>
          <a:xfrm>
            <a:off x="1097280" y="2505635"/>
            <a:ext cx="50292" cy="272930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1143000" y="2479680"/>
            <a:ext cx="50292" cy="275526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9" name="Shape 277"/>
          <p:cNvSpPr/>
          <p:nvPr/>
        </p:nvSpPr>
        <p:spPr>
          <a:xfrm>
            <a:off x="1188720" y="2438245"/>
            <a:ext cx="50292" cy="279669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0" name="Shape 278"/>
          <p:cNvSpPr/>
          <p:nvPr/>
        </p:nvSpPr>
        <p:spPr>
          <a:xfrm>
            <a:off x="1234440" y="2426293"/>
            <a:ext cx="50292" cy="280864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1280160" y="2436729"/>
            <a:ext cx="50292" cy="279821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2" name="Shape 280"/>
          <p:cNvSpPr/>
          <p:nvPr/>
        </p:nvSpPr>
        <p:spPr>
          <a:xfrm>
            <a:off x="1325880" y="2453647"/>
            <a:ext cx="50292" cy="278129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3" name="Shape 281"/>
          <p:cNvSpPr/>
          <p:nvPr/>
        </p:nvSpPr>
        <p:spPr>
          <a:xfrm>
            <a:off x="1371600" y="2440434"/>
            <a:ext cx="50292" cy="279450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1417320" y="2403797"/>
            <a:ext cx="50292" cy="283114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5" name="Shape 283"/>
          <p:cNvSpPr/>
          <p:nvPr/>
        </p:nvSpPr>
        <p:spPr>
          <a:xfrm>
            <a:off x="1463040" y="2384703"/>
            <a:ext cx="50292" cy="285023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6" name="Shape 284"/>
          <p:cNvSpPr/>
          <p:nvPr/>
        </p:nvSpPr>
        <p:spPr>
          <a:xfrm>
            <a:off x="1508760" y="2388283"/>
            <a:ext cx="50292" cy="284665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1554480" y="2395451"/>
            <a:ext cx="50292" cy="283948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8" name="Shape 286"/>
          <p:cNvSpPr/>
          <p:nvPr/>
        </p:nvSpPr>
        <p:spPr>
          <a:xfrm>
            <a:off x="1600200" y="2390758"/>
            <a:ext cx="50292" cy="284418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9" name="Shape 287"/>
          <p:cNvSpPr/>
          <p:nvPr/>
        </p:nvSpPr>
        <p:spPr>
          <a:xfrm>
            <a:off x="1645920" y="2376134"/>
            <a:ext cx="50292" cy="285880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1691640" y="2361376"/>
            <a:ext cx="50292" cy="287356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1" name="Shape 289"/>
          <p:cNvSpPr/>
          <p:nvPr/>
        </p:nvSpPr>
        <p:spPr>
          <a:xfrm>
            <a:off x="1737360" y="2362113"/>
            <a:ext cx="50292" cy="287282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2" name="Shape 290"/>
          <p:cNvSpPr/>
          <p:nvPr/>
        </p:nvSpPr>
        <p:spPr>
          <a:xfrm>
            <a:off x="1783080" y="2357364"/>
            <a:ext cx="50292" cy="287757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1828800" y="2337356"/>
            <a:ext cx="50292" cy="289758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4" name="Shape 292"/>
          <p:cNvSpPr/>
          <p:nvPr/>
        </p:nvSpPr>
        <p:spPr>
          <a:xfrm>
            <a:off x="1874520" y="2330382"/>
            <a:ext cx="50292" cy="290455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5" name="Shape 293"/>
          <p:cNvSpPr/>
          <p:nvPr/>
        </p:nvSpPr>
        <p:spPr>
          <a:xfrm>
            <a:off x="1920240" y="2325099"/>
            <a:ext cx="50292" cy="290984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6" name="Shape 294"/>
          <p:cNvSpPr/>
          <p:nvPr/>
        </p:nvSpPr>
        <p:spPr>
          <a:xfrm>
            <a:off x="1965960" y="2302260"/>
            <a:ext cx="50292" cy="293268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7" name="Shape 295"/>
          <p:cNvSpPr/>
          <p:nvPr/>
        </p:nvSpPr>
        <p:spPr>
          <a:xfrm>
            <a:off x="2011680" y="2260422"/>
            <a:ext cx="50292" cy="297451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8" name="Shape 296"/>
          <p:cNvSpPr/>
          <p:nvPr/>
        </p:nvSpPr>
        <p:spPr>
          <a:xfrm>
            <a:off x="2057400" y="2222093"/>
            <a:ext cx="50292" cy="301284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9" name="Shape 297"/>
          <p:cNvSpPr/>
          <p:nvPr/>
        </p:nvSpPr>
        <p:spPr>
          <a:xfrm>
            <a:off x="2103120" y="2201842"/>
            <a:ext cx="50292" cy="303309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0" name="Shape 298"/>
          <p:cNvSpPr/>
          <p:nvPr/>
        </p:nvSpPr>
        <p:spPr>
          <a:xfrm>
            <a:off x="2148840" y="2199668"/>
            <a:ext cx="50292" cy="303527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1" name="Shape 299"/>
          <p:cNvSpPr/>
          <p:nvPr/>
        </p:nvSpPr>
        <p:spPr>
          <a:xfrm>
            <a:off x="2194560" y="2219594"/>
            <a:ext cx="50292" cy="301534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2" name="Shape 300"/>
          <p:cNvSpPr/>
          <p:nvPr/>
        </p:nvSpPr>
        <p:spPr>
          <a:xfrm>
            <a:off x="2240280" y="2247324"/>
            <a:ext cx="50292" cy="298761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3" name="Shape 301"/>
          <p:cNvSpPr/>
          <p:nvPr/>
        </p:nvSpPr>
        <p:spPr>
          <a:xfrm>
            <a:off x="2286000" y="2251297"/>
            <a:ext cx="50292" cy="298364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4" name="Shape 302"/>
          <p:cNvSpPr/>
          <p:nvPr/>
        </p:nvSpPr>
        <p:spPr>
          <a:xfrm>
            <a:off x="2331720" y="2237288"/>
            <a:ext cx="50292" cy="299765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5" name="Shape 303"/>
          <p:cNvSpPr/>
          <p:nvPr/>
        </p:nvSpPr>
        <p:spPr>
          <a:xfrm>
            <a:off x="2377440" y="2227566"/>
            <a:ext cx="50292" cy="300737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6" name="Shape 304"/>
          <p:cNvSpPr/>
          <p:nvPr/>
        </p:nvSpPr>
        <p:spPr>
          <a:xfrm>
            <a:off x="2423160" y="2213265"/>
            <a:ext cx="50292" cy="302167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7" name="Shape 305"/>
          <p:cNvSpPr/>
          <p:nvPr/>
        </p:nvSpPr>
        <p:spPr>
          <a:xfrm>
            <a:off x="2468880" y="2214299"/>
            <a:ext cx="50292" cy="302064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8" name="Shape 306"/>
          <p:cNvSpPr/>
          <p:nvPr/>
        </p:nvSpPr>
        <p:spPr>
          <a:xfrm>
            <a:off x="2514600" y="2239387"/>
            <a:ext cx="50292" cy="299555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9" name="Shape 307"/>
          <p:cNvSpPr/>
          <p:nvPr/>
        </p:nvSpPr>
        <p:spPr>
          <a:xfrm>
            <a:off x="2560320" y="2265226"/>
            <a:ext cx="50292" cy="296971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0" name="Shape 308"/>
          <p:cNvSpPr/>
          <p:nvPr/>
        </p:nvSpPr>
        <p:spPr>
          <a:xfrm>
            <a:off x="2606040" y="2267380"/>
            <a:ext cx="50292" cy="296756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1" name="Shape 309"/>
          <p:cNvSpPr/>
          <p:nvPr/>
        </p:nvSpPr>
        <p:spPr>
          <a:xfrm>
            <a:off x="2651760" y="2226502"/>
            <a:ext cx="50292" cy="300843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2" name="Shape 310"/>
          <p:cNvSpPr/>
          <p:nvPr/>
        </p:nvSpPr>
        <p:spPr>
          <a:xfrm>
            <a:off x="2697480" y="2183595"/>
            <a:ext cx="50292" cy="305134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3" name="Shape 311"/>
          <p:cNvSpPr/>
          <p:nvPr/>
        </p:nvSpPr>
        <p:spPr>
          <a:xfrm>
            <a:off x="2743200" y="2181710"/>
            <a:ext cx="50292" cy="305323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4" name="Shape 312"/>
          <p:cNvSpPr/>
          <p:nvPr/>
        </p:nvSpPr>
        <p:spPr>
          <a:xfrm>
            <a:off x="2788920" y="2209692"/>
            <a:ext cx="50292" cy="302524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5" name="Shape 313"/>
          <p:cNvSpPr/>
          <p:nvPr/>
        </p:nvSpPr>
        <p:spPr>
          <a:xfrm>
            <a:off x="2834640" y="2237468"/>
            <a:ext cx="50292" cy="299747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6" name="Shape 314"/>
          <p:cNvSpPr/>
          <p:nvPr/>
        </p:nvSpPr>
        <p:spPr>
          <a:xfrm>
            <a:off x="2880360" y="2253212"/>
            <a:ext cx="50292" cy="298172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7" name="Shape 315"/>
          <p:cNvSpPr/>
          <p:nvPr/>
        </p:nvSpPr>
        <p:spPr>
          <a:xfrm>
            <a:off x="2926080" y="2258485"/>
            <a:ext cx="50292" cy="297645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8" name="Shape 316"/>
          <p:cNvSpPr/>
          <p:nvPr/>
        </p:nvSpPr>
        <p:spPr>
          <a:xfrm>
            <a:off x="2971800" y="2248411"/>
            <a:ext cx="50292" cy="298652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9" name="Shape 317"/>
          <p:cNvSpPr/>
          <p:nvPr/>
        </p:nvSpPr>
        <p:spPr>
          <a:xfrm>
            <a:off x="3017520" y="2209800"/>
            <a:ext cx="50292" cy="302514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0" name="Shape 318"/>
          <p:cNvSpPr/>
          <p:nvPr/>
        </p:nvSpPr>
        <p:spPr>
          <a:xfrm>
            <a:off x="3063240" y="2171451"/>
            <a:ext cx="50292" cy="306348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1" name="Shape 319"/>
          <p:cNvSpPr/>
          <p:nvPr/>
        </p:nvSpPr>
        <p:spPr>
          <a:xfrm>
            <a:off x="3108960" y="2186366"/>
            <a:ext cx="50292" cy="304857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2" name="Shape 320"/>
          <p:cNvSpPr/>
          <p:nvPr/>
        </p:nvSpPr>
        <p:spPr>
          <a:xfrm>
            <a:off x="3154680" y="2220644"/>
            <a:ext cx="50292" cy="301429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3" name="Shape 321"/>
          <p:cNvSpPr/>
          <p:nvPr/>
        </p:nvSpPr>
        <p:spPr>
          <a:xfrm>
            <a:off x="3200400" y="2247251"/>
            <a:ext cx="50292" cy="298768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4" name="Shape 322"/>
          <p:cNvSpPr/>
          <p:nvPr/>
        </p:nvSpPr>
        <p:spPr>
          <a:xfrm>
            <a:off x="3246120" y="2280451"/>
            <a:ext cx="50292" cy="295448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5" name="Shape 323"/>
          <p:cNvSpPr/>
          <p:nvPr/>
        </p:nvSpPr>
        <p:spPr>
          <a:xfrm>
            <a:off x="3291840" y="2320293"/>
            <a:ext cx="50292" cy="291464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6" name="Shape 324"/>
          <p:cNvSpPr/>
          <p:nvPr/>
        </p:nvSpPr>
        <p:spPr>
          <a:xfrm>
            <a:off x="3337560" y="2365576"/>
            <a:ext cx="50292" cy="286936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7" name="Shape 325"/>
          <p:cNvSpPr/>
          <p:nvPr/>
        </p:nvSpPr>
        <p:spPr>
          <a:xfrm>
            <a:off x="3383280" y="2401247"/>
            <a:ext cx="50292" cy="283369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8" name="Shape 326"/>
          <p:cNvSpPr/>
          <p:nvPr/>
        </p:nvSpPr>
        <p:spPr>
          <a:xfrm>
            <a:off x="3429000" y="2403717"/>
            <a:ext cx="50292" cy="283122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9" name="Shape 327"/>
          <p:cNvSpPr/>
          <p:nvPr/>
        </p:nvSpPr>
        <p:spPr>
          <a:xfrm>
            <a:off x="3474720" y="2375577"/>
            <a:ext cx="50292" cy="285936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0" name="Shape 328"/>
          <p:cNvSpPr/>
          <p:nvPr/>
        </p:nvSpPr>
        <p:spPr>
          <a:xfrm>
            <a:off x="3520440" y="2346579"/>
            <a:ext cx="50292" cy="288836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1" name="Shape 329"/>
          <p:cNvSpPr/>
          <p:nvPr/>
        </p:nvSpPr>
        <p:spPr>
          <a:xfrm>
            <a:off x="3566160" y="2329787"/>
            <a:ext cx="50292" cy="290515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2" name="Shape 330"/>
          <p:cNvSpPr/>
          <p:nvPr/>
        </p:nvSpPr>
        <p:spPr>
          <a:xfrm>
            <a:off x="3611880" y="2317471"/>
            <a:ext cx="50292" cy="291746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3" name="Shape 331"/>
          <p:cNvSpPr/>
          <p:nvPr/>
        </p:nvSpPr>
        <p:spPr>
          <a:xfrm>
            <a:off x="3657600" y="2317481"/>
            <a:ext cx="50292" cy="291745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4" name="Shape 332"/>
          <p:cNvSpPr/>
          <p:nvPr/>
        </p:nvSpPr>
        <p:spPr>
          <a:xfrm>
            <a:off x="3703320" y="2323175"/>
            <a:ext cx="50292" cy="291176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5" name="Shape 333"/>
          <p:cNvSpPr/>
          <p:nvPr/>
        </p:nvSpPr>
        <p:spPr>
          <a:xfrm>
            <a:off x="3749040" y="2330611"/>
            <a:ext cx="50292" cy="290432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6" name="Shape 334"/>
          <p:cNvSpPr/>
          <p:nvPr/>
        </p:nvSpPr>
        <p:spPr>
          <a:xfrm>
            <a:off x="3794760" y="2353298"/>
            <a:ext cx="50292" cy="288164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7" name="Shape 335"/>
          <p:cNvSpPr/>
          <p:nvPr/>
        </p:nvSpPr>
        <p:spPr>
          <a:xfrm>
            <a:off x="3840480" y="2373992"/>
            <a:ext cx="50292" cy="286094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8" name="Shape 336"/>
          <p:cNvSpPr/>
          <p:nvPr/>
        </p:nvSpPr>
        <p:spPr>
          <a:xfrm>
            <a:off x="3886200" y="2369736"/>
            <a:ext cx="50292" cy="286520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9" name="Shape 337"/>
          <p:cNvSpPr/>
          <p:nvPr/>
        </p:nvSpPr>
        <p:spPr>
          <a:xfrm>
            <a:off x="3931920" y="2341291"/>
            <a:ext cx="50292" cy="289364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0" name="Shape 338"/>
          <p:cNvSpPr/>
          <p:nvPr/>
        </p:nvSpPr>
        <p:spPr>
          <a:xfrm>
            <a:off x="3977640" y="2300177"/>
            <a:ext cx="50292" cy="293476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1" name="Shape 339"/>
          <p:cNvSpPr/>
          <p:nvPr/>
        </p:nvSpPr>
        <p:spPr>
          <a:xfrm>
            <a:off x="4023360" y="2258898"/>
            <a:ext cx="50292" cy="297604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2" name="Shape 340"/>
          <p:cNvSpPr/>
          <p:nvPr/>
        </p:nvSpPr>
        <p:spPr>
          <a:xfrm>
            <a:off x="4069080" y="2245888"/>
            <a:ext cx="50292" cy="298905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3" name="Shape 341"/>
          <p:cNvSpPr/>
          <p:nvPr/>
        </p:nvSpPr>
        <p:spPr>
          <a:xfrm>
            <a:off x="4114800" y="2250662"/>
            <a:ext cx="50292" cy="298427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4" name="Shape 342"/>
          <p:cNvSpPr/>
          <p:nvPr/>
        </p:nvSpPr>
        <p:spPr>
          <a:xfrm>
            <a:off x="4160520" y="2242805"/>
            <a:ext cx="50292" cy="299213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5" name="Shape 343"/>
          <p:cNvSpPr/>
          <p:nvPr/>
        </p:nvSpPr>
        <p:spPr>
          <a:xfrm>
            <a:off x="4206240" y="2241271"/>
            <a:ext cx="50292" cy="299366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6" name="Shape 344"/>
          <p:cNvSpPr/>
          <p:nvPr/>
        </p:nvSpPr>
        <p:spPr>
          <a:xfrm>
            <a:off x="4251960" y="2270593"/>
            <a:ext cx="50292" cy="296434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7" name="Shape 345"/>
          <p:cNvSpPr/>
          <p:nvPr/>
        </p:nvSpPr>
        <p:spPr>
          <a:xfrm>
            <a:off x="4297680" y="2302383"/>
            <a:ext cx="50292" cy="293255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8" name="Shape 346"/>
          <p:cNvSpPr/>
          <p:nvPr/>
        </p:nvSpPr>
        <p:spPr>
          <a:xfrm>
            <a:off x="4343400" y="2330596"/>
            <a:ext cx="50292" cy="290434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9" name="Shape 347"/>
          <p:cNvSpPr/>
          <p:nvPr/>
        </p:nvSpPr>
        <p:spPr>
          <a:xfrm>
            <a:off x="4389120" y="2348209"/>
            <a:ext cx="50292" cy="288673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0" name="Shape 348"/>
          <p:cNvSpPr/>
          <p:nvPr/>
        </p:nvSpPr>
        <p:spPr>
          <a:xfrm>
            <a:off x="4434840" y="2351415"/>
            <a:ext cx="50292" cy="288352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1" name="Shape 349"/>
          <p:cNvSpPr/>
          <p:nvPr/>
        </p:nvSpPr>
        <p:spPr>
          <a:xfrm>
            <a:off x="4480560" y="2369894"/>
            <a:ext cx="50292" cy="286504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2" name="Shape 350"/>
          <p:cNvSpPr/>
          <p:nvPr/>
        </p:nvSpPr>
        <p:spPr>
          <a:xfrm>
            <a:off x="4526280" y="2374299"/>
            <a:ext cx="50292" cy="286064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3" name="Shape 351"/>
          <p:cNvSpPr/>
          <p:nvPr/>
        </p:nvSpPr>
        <p:spPr>
          <a:xfrm>
            <a:off x="4572000" y="2367173"/>
            <a:ext cx="50292" cy="286776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4" name="Shape 352"/>
          <p:cNvSpPr/>
          <p:nvPr/>
        </p:nvSpPr>
        <p:spPr>
          <a:xfrm>
            <a:off x="4617720" y="2366313"/>
            <a:ext cx="50292" cy="286862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5" name="Shape 353"/>
          <p:cNvSpPr/>
          <p:nvPr/>
        </p:nvSpPr>
        <p:spPr>
          <a:xfrm>
            <a:off x="4663440" y="2365838"/>
            <a:ext cx="50292" cy="286910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6" name="Shape 354"/>
          <p:cNvSpPr/>
          <p:nvPr/>
        </p:nvSpPr>
        <p:spPr>
          <a:xfrm>
            <a:off x="4709160" y="2358716"/>
            <a:ext cx="50292" cy="287622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7" name="Shape 355"/>
          <p:cNvSpPr/>
          <p:nvPr/>
        </p:nvSpPr>
        <p:spPr>
          <a:xfrm>
            <a:off x="4754880" y="2332608"/>
            <a:ext cx="50292" cy="290233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8" name="Shape 356"/>
          <p:cNvSpPr/>
          <p:nvPr/>
        </p:nvSpPr>
        <p:spPr>
          <a:xfrm>
            <a:off x="4800600" y="2309637"/>
            <a:ext cx="50292" cy="292530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9" name="Shape 357"/>
          <p:cNvSpPr/>
          <p:nvPr/>
        </p:nvSpPr>
        <p:spPr>
          <a:xfrm>
            <a:off x="4846320" y="2308245"/>
            <a:ext cx="50292" cy="292669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0" name="Shape 358"/>
          <p:cNvSpPr/>
          <p:nvPr/>
        </p:nvSpPr>
        <p:spPr>
          <a:xfrm>
            <a:off x="4892040" y="2307534"/>
            <a:ext cx="50292" cy="292740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1" name="Shape 359"/>
          <p:cNvSpPr/>
          <p:nvPr/>
        </p:nvSpPr>
        <p:spPr>
          <a:xfrm>
            <a:off x="4937760" y="2294670"/>
            <a:ext cx="50292" cy="294027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2" name="Shape 360"/>
          <p:cNvSpPr/>
          <p:nvPr/>
        </p:nvSpPr>
        <p:spPr>
          <a:xfrm>
            <a:off x="4983480" y="2273952"/>
            <a:ext cx="50292" cy="296098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3" name="Shape 361"/>
          <p:cNvSpPr/>
          <p:nvPr/>
        </p:nvSpPr>
        <p:spPr>
          <a:xfrm>
            <a:off x="5029200" y="2254995"/>
            <a:ext cx="50292" cy="297994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4" name="Shape 362"/>
          <p:cNvSpPr/>
          <p:nvPr/>
        </p:nvSpPr>
        <p:spPr>
          <a:xfrm>
            <a:off x="5074920" y="2242983"/>
            <a:ext cx="50292" cy="299195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5" name="Shape 363"/>
          <p:cNvSpPr/>
          <p:nvPr/>
        </p:nvSpPr>
        <p:spPr>
          <a:xfrm>
            <a:off x="5120640" y="2234329"/>
            <a:ext cx="50292" cy="300061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6" name="Shape 364"/>
          <p:cNvSpPr/>
          <p:nvPr/>
        </p:nvSpPr>
        <p:spPr>
          <a:xfrm>
            <a:off x="5166360" y="2232229"/>
            <a:ext cx="50292" cy="300271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7" name="Shape 365"/>
          <p:cNvSpPr/>
          <p:nvPr/>
        </p:nvSpPr>
        <p:spPr>
          <a:xfrm>
            <a:off x="5212080" y="2247384"/>
            <a:ext cx="50292" cy="298755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8" name="Shape 366"/>
          <p:cNvSpPr/>
          <p:nvPr/>
        </p:nvSpPr>
        <p:spPr>
          <a:xfrm>
            <a:off x="5257800" y="2247844"/>
            <a:ext cx="50292" cy="298709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9" name="Shape 367"/>
          <p:cNvSpPr/>
          <p:nvPr/>
        </p:nvSpPr>
        <p:spPr>
          <a:xfrm>
            <a:off x="5303520" y="2216004"/>
            <a:ext cx="50292" cy="301893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0" name="Shape 368"/>
          <p:cNvSpPr/>
          <p:nvPr/>
        </p:nvSpPr>
        <p:spPr>
          <a:xfrm>
            <a:off x="5349240" y="2196642"/>
            <a:ext cx="50292" cy="303829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1" name="Shape 369"/>
          <p:cNvSpPr/>
          <p:nvPr/>
        </p:nvSpPr>
        <p:spPr>
          <a:xfrm>
            <a:off x="5394960" y="2208548"/>
            <a:ext cx="50292" cy="302639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2" name="Shape 370"/>
          <p:cNvSpPr/>
          <p:nvPr/>
        </p:nvSpPr>
        <p:spPr>
          <a:xfrm>
            <a:off x="5440680" y="2233974"/>
            <a:ext cx="50292" cy="300096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3" name="Shape 371"/>
          <p:cNvSpPr/>
          <p:nvPr/>
        </p:nvSpPr>
        <p:spPr>
          <a:xfrm>
            <a:off x="5486400" y="2260318"/>
            <a:ext cx="50292" cy="297462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4" name="Shape 372"/>
          <p:cNvSpPr/>
          <p:nvPr/>
        </p:nvSpPr>
        <p:spPr>
          <a:xfrm>
            <a:off x="5532120" y="2296430"/>
            <a:ext cx="50292" cy="293851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5" name="Shape 373"/>
          <p:cNvSpPr/>
          <p:nvPr/>
        </p:nvSpPr>
        <p:spPr>
          <a:xfrm>
            <a:off x="5577840" y="2341871"/>
            <a:ext cx="50292" cy="289306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6" name="Shape 374"/>
          <p:cNvSpPr/>
          <p:nvPr/>
        </p:nvSpPr>
        <p:spPr>
          <a:xfrm>
            <a:off x="5623560" y="2394717"/>
            <a:ext cx="50292" cy="284022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7" name="Shape 375"/>
          <p:cNvSpPr/>
          <p:nvPr/>
        </p:nvSpPr>
        <p:spPr>
          <a:xfrm>
            <a:off x="5669280" y="2438618"/>
            <a:ext cx="50292" cy="279632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8" name="Shape 376"/>
          <p:cNvSpPr/>
          <p:nvPr/>
        </p:nvSpPr>
        <p:spPr>
          <a:xfrm>
            <a:off x="5715000" y="2443656"/>
            <a:ext cx="50292" cy="279128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9" name="Shape 377"/>
          <p:cNvSpPr/>
          <p:nvPr/>
        </p:nvSpPr>
        <p:spPr>
          <a:xfrm>
            <a:off x="5760720" y="2402267"/>
            <a:ext cx="50292" cy="283267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0" name="Shape 378"/>
          <p:cNvSpPr/>
          <p:nvPr/>
        </p:nvSpPr>
        <p:spPr>
          <a:xfrm>
            <a:off x="5806440" y="2357405"/>
            <a:ext cx="50292" cy="287753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1" name="Shape 379"/>
          <p:cNvSpPr/>
          <p:nvPr/>
        </p:nvSpPr>
        <p:spPr>
          <a:xfrm>
            <a:off x="5852160" y="2344578"/>
            <a:ext cx="50292" cy="289036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2" name="Shape 380"/>
          <p:cNvSpPr/>
          <p:nvPr/>
        </p:nvSpPr>
        <p:spPr>
          <a:xfrm>
            <a:off x="5897880" y="2348760"/>
            <a:ext cx="50292" cy="288618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3" name="Shape 381"/>
          <p:cNvSpPr/>
          <p:nvPr/>
        </p:nvSpPr>
        <p:spPr>
          <a:xfrm>
            <a:off x="5943600" y="2332733"/>
            <a:ext cx="50292" cy="290220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4" name="Shape 382"/>
          <p:cNvSpPr/>
          <p:nvPr/>
        </p:nvSpPr>
        <p:spPr>
          <a:xfrm>
            <a:off x="5989320" y="2306305"/>
            <a:ext cx="50292" cy="292863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5" name="Shape 383"/>
          <p:cNvSpPr/>
          <p:nvPr/>
        </p:nvSpPr>
        <p:spPr>
          <a:xfrm>
            <a:off x="6035040" y="2283296"/>
            <a:ext cx="50292" cy="295164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6" name="Shape 384"/>
          <p:cNvSpPr/>
          <p:nvPr/>
        </p:nvSpPr>
        <p:spPr>
          <a:xfrm>
            <a:off x="6080760" y="2240025"/>
            <a:ext cx="50292" cy="299491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7" name="Shape 385"/>
          <p:cNvSpPr/>
          <p:nvPr/>
        </p:nvSpPr>
        <p:spPr>
          <a:xfrm>
            <a:off x="6126480" y="2210340"/>
            <a:ext cx="50292" cy="302460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8" name="Shape 386"/>
          <p:cNvSpPr/>
          <p:nvPr/>
        </p:nvSpPr>
        <p:spPr>
          <a:xfrm>
            <a:off x="6172200" y="2185719"/>
            <a:ext cx="50292" cy="304922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9" name="Shape 387"/>
          <p:cNvSpPr/>
          <p:nvPr/>
        </p:nvSpPr>
        <p:spPr>
          <a:xfrm>
            <a:off x="6217920" y="2161653"/>
            <a:ext cx="50292" cy="307328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0" name="Shape 388"/>
          <p:cNvSpPr/>
          <p:nvPr/>
        </p:nvSpPr>
        <p:spPr>
          <a:xfrm>
            <a:off x="6263640" y="2174395"/>
            <a:ext cx="50292" cy="306054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1" name="Shape 389"/>
          <p:cNvSpPr/>
          <p:nvPr/>
        </p:nvSpPr>
        <p:spPr>
          <a:xfrm>
            <a:off x="6309360" y="2214589"/>
            <a:ext cx="50292" cy="302035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2" name="Shape 390"/>
          <p:cNvSpPr/>
          <p:nvPr/>
        </p:nvSpPr>
        <p:spPr>
          <a:xfrm>
            <a:off x="6355080" y="2242738"/>
            <a:ext cx="50292" cy="299220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3" name="Shape 391"/>
          <p:cNvSpPr/>
          <p:nvPr/>
        </p:nvSpPr>
        <p:spPr>
          <a:xfrm>
            <a:off x="6400800" y="2230964"/>
            <a:ext cx="50292" cy="300397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4" name="Shape 392"/>
          <p:cNvSpPr/>
          <p:nvPr/>
        </p:nvSpPr>
        <p:spPr>
          <a:xfrm>
            <a:off x="6446520" y="2211940"/>
            <a:ext cx="50292" cy="302300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5" name="Shape 393"/>
          <p:cNvSpPr/>
          <p:nvPr/>
        </p:nvSpPr>
        <p:spPr>
          <a:xfrm>
            <a:off x="6492240" y="2209519"/>
            <a:ext cx="50292" cy="302542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6" name="Shape 394"/>
          <p:cNvSpPr/>
          <p:nvPr/>
        </p:nvSpPr>
        <p:spPr>
          <a:xfrm>
            <a:off x="6537960" y="2213344"/>
            <a:ext cx="50292" cy="302159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7" name="Shape 395"/>
          <p:cNvSpPr/>
          <p:nvPr/>
        </p:nvSpPr>
        <p:spPr>
          <a:xfrm>
            <a:off x="6583680" y="2228689"/>
            <a:ext cx="50292" cy="300625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8" name="Shape 396"/>
          <p:cNvSpPr/>
          <p:nvPr/>
        </p:nvSpPr>
        <p:spPr>
          <a:xfrm>
            <a:off x="6629400" y="2249582"/>
            <a:ext cx="50292" cy="298535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9" name="Shape 397"/>
          <p:cNvSpPr/>
          <p:nvPr/>
        </p:nvSpPr>
        <p:spPr>
          <a:xfrm>
            <a:off x="6675120" y="2271569"/>
            <a:ext cx="50292" cy="296337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0" name="Shape 398"/>
          <p:cNvSpPr/>
          <p:nvPr/>
        </p:nvSpPr>
        <p:spPr>
          <a:xfrm>
            <a:off x="6720840" y="2300710"/>
            <a:ext cx="50292" cy="293423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1" name="Shape 399"/>
          <p:cNvSpPr/>
          <p:nvPr/>
        </p:nvSpPr>
        <p:spPr>
          <a:xfrm>
            <a:off x="6766560" y="2321565"/>
            <a:ext cx="50292" cy="291337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2" name="Shape 400"/>
          <p:cNvSpPr/>
          <p:nvPr/>
        </p:nvSpPr>
        <p:spPr>
          <a:xfrm>
            <a:off x="6812280" y="2321474"/>
            <a:ext cx="50292" cy="291346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3" name="Shape 401"/>
          <p:cNvSpPr/>
          <p:nvPr/>
        </p:nvSpPr>
        <p:spPr>
          <a:xfrm>
            <a:off x="6858000" y="2331396"/>
            <a:ext cx="50292" cy="290354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4" name="Shape 402"/>
          <p:cNvSpPr/>
          <p:nvPr/>
        </p:nvSpPr>
        <p:spPr>
          <a:xfrm>
            <a:off x="6903720" y="2352101"/>
            <a:ext cx="50292" cy="288283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5" name="Shape 403"/>
          <p:cNvSpPr/>
          <p:nvPr/>
        </p:nvSpPr>
        <p:spPr>
          <a:xfrm>
            <a:off x="6949440" y="2350243"/>
            <a:ext cx="50292" cy="288469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6" name="Shape 404"/>
          <p:cNvSpPr/>
          <p:nvPr/>
        </p:nvSpPr>
        <p:spPr>
          <a:xfrm>
            <a:off x="6995160" y="2345766"/>
            <a:ext cx="50292" cy="288917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7" name="Shape 405"/>
          <p:cNvSpPr/>
          <p:nvPr/>
        </p:nvSpPr>
        <p:spPr>
          <a:xfrm>
            <a:off x="7040880" y="2351380"/>
            <a:ext cx="50292" cy="288356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8" name="Shape 406"/>
          <p:cNvSpPr/>
          <p:nvPr/>
        </p:nvSpPr>
        <p:spPr>
          <a:xfrm>
            <a:off x="7086600" y="2334470"/>
            <a:ext cx="50292" cy="290047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9" name="Shape 407"/>
          <p:cNvSpPr/>
          <p:nvPr/>
        </p:nvSpPr>
        <p:spPr>
          <a:xfrm>
            <a:off x="7132320" y="2285543"/>
            <a:ext cx="50292" cy="294939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0" name="Shape 408"/>
          <p:cNvSpPr/>
          <p:nvPr/>
        </p:nvSpPr>
        <p:spPr>
          <a:xfrm>
            <a:off x="7178040" y="2243187"/>
            <a:ext cx="50292" cy="299175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1" name="Shape 409"/>
          <p:cNvSpPr/>
          <p:nvPr/>
        </p:nvSpPr>
        <p:spPr>
          <a:xfrm>
            <a:off x="7223760" y="2228843"/>
            <a:ext cx="50292" cy="300609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2" name="Shape 410"/>
          <p:cNvSpPr/>
          <p:nvPr/>
        </p:nvSpPr>
        <p:spPr>
          <a:xfrm>
            <a:off x="7269480" y="2237116"/>
            <a:ext cx="50292" cy="299782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3" name="Shape 411"/>
          <p:cNvSpPr/>
          <p:nvPr/>
        </p:nvSpPr>
        <p:spPr>
          <a:xfrm>
            <a:off x="7315200" y="2235484"/>
            <a:ext cx="50292" cy="299945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4" name="Shape 412"/>
          <p:cNvSpPr/>
          <p:nvPr/>
        </p:nvSpPr>
        <p:spPr>
          <a:xfrm>
            <a:off x="7360920" y="2214914"/>
            <a:ext cx="50292" cy="302002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5" name="Shape 413"/>
          <p:cNvSpPr/>
          <p:nvPr/>
        </p:nvSpPr>
        <p:spPr>
          <a:xfrm>
            <a:off x="7406640" y="2193181"/>
            <a:ext cx="50292" cy="304175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6" name="Shape 414"/>
          <p:cNvSpPr/>
          <p:nvPr/>
        </p:nvSpPr>
        <p:spPr>
          <a:xfrm>
            <a:off x="7452360" y="2162068"/>
            <a:ext cx="50292" cy="307287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7" name="Shape 415"/>
          <p:cNvSpPr/>
          <p:nvPr/>
        </p:nvSpPr>
        <p:spPr>
          <a:xfrm>
            <a:off x="7498080" y="2131756"/>
            <a:ext cx="50292" cy="310318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8" name="Shape 416"/>
          <p:cNvSpPr/>
          <p:nvPr/>
        </p:nvSpPr>
        <p:spPr>
          <a:xfrm>
            <a:off x="7543800" y="2107416"/>
            <a:ext cx="50292" cy="312752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9" name="Shape 417"/>
          <p:cNvSpPr/>
          <p:nvPr/>
        </p:nvSpPr>
        <p:spPr>
          <a:xfrm>
            <a:off x="7589520" y="2090645"/>
            <a:ext cx="50292" cy="314429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0" name="Shape 418"/>
          <p:cNvSpPr/>
          <p:nvPr/>
        </p:nvSpPr>
        <p:spPr>
          <a:xfrm>
            <a:off x="7635240" y="2094937"/>
            <a:ext cx="50292" cy="314000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1" name="Shape 419"/>
          <p:cNvSpPr/>
          <p:nvPr/>
        </p:nvSpPr>
        <p:spPr>
          <a:xfrm>
            <a:off x="7680960" y="2116231"/>
            <a:ext cx="50292" cy="311870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2" name="Shape 420"/>
          <p:cNvSpPr/>
          <p:nvPr/>
        </p:nvSpPr>
        <p:spPr>
          <a:xfrm>
            <a:off x="7726680" y="2121989"/>
            <a:ext cx="50292" cy="311295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3" name="Shape 421"/>
          <p:cNvSpPr/>
          <p:nvPr/>
        </p:nvSpPr>
        <p:spPr>
          <a:xfrm>
            <a:off x="7772400" y="2084687"/>
            <a:ext cx="50292" cy="315025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4" name="Shape 422"/>
          <p:cNvSpPr/>
          <p:nvPr/>
        </p:nvSpPr>
        <p:spPr>
          <a:xfrm>
            <a:off x="7818120" y="2022041"/>
            <a:ext cx="50292" cy="321289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5" name="Shape 423"/>
          <p:cNvSpPr/>
          <p:nvPr/>
        </p:nvSpPr>
        <p:spPr>
          <a:xfrm>
            <a:off x="7863840" y="1964910"/>
            <a:ext cx="50292" cy="327003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6" name="Shape 424"/>
          <p:cNvSpPr/>
          <p:nvPr/>
        </p:nvSpPr>
        <p:spPr>
          <a:xfrm>
            <a:off x="7909560" y="1924740"/>
            <a:ext cx="50292" cy="331020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7" name="Shape 425"/>
          <p:cNvSpPr/>
          <p:nvPr/>
        </p:nvSpPr>
        <p:spPr>
          <a:xfrm>
            <a:off x="7955280" y="1895320"/>
            <a:ext cx="50292" cy="333962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8" name="Shape 426"/>
          <p:cNvSpPr/>
          <p:nvPr/>
        </p:nvSpPr>
        <p:spPr>
          <a:xfrm>
            <a:off x="8001000" y="1881142"/>
            <a:ext cx="50292" cy="335379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9" name="Shape 427"/>
          <p:cNvSpPr/>
          <p:nvPr/>
        </p:nvSpPr>
        <p:spPr>
          <a:xfrm>
            <a:off x="8046720" y="1877771"/>
            <a:ext cx="50292" cy="335716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0" name="Shape 428"/>
          <p:cNvSpPr/>
          <p:nvPr/>
        </p:nvSpPr>
        <p:spPr>
          <a:xfrm>
            <a:off x="8092440" y="1887601"/>
            <a:ext cx="50292" cy="334733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1" name="Shape 429"/>
          <p:cNvSpPr/>
          <p:nvPr/>
        </p:nvSpPr>
        <p:spPr>
          <a:xfrm>
            <a:off x="8138160" y="1934713"/>
            <a:ext cx="50292" cy="330022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2" name="Shape 430"/>
          <p:cNvSpPr/>
          <p:nvPr/>
        </p:nvSpPr>
        <p:spPr>
          <a:xfrm>
            <a:off x="8183880" y="2006649"/>
            <a:ext cx="50292" cy="322829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3" name="Shape 431"/>
          <p:cNvSpPr/>
          <p:nvPr/>
        </p:nvSpPr>
        <p:spPr>
          <a:xfrm>
            <a:off x="8229600" y="2054137"/>
            <a:ext cx="50292" cy="318080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4" name="Shape 432"/>
          <p:cNvSpPr/>
          <p:nvPr/>
        </p:nvSpPr>
        <p:spPr>
          <a:xfrm>
            <a:off x="8275320" y="2076581"/>
            <a:ext cx="50292" cy="315835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5" name="Shape 433"/>
          <p:cNvSpPr/>
          <p:nvPr/>
        </p:nvSpPr>
        <p:spPr>
          <a:xfrm>
            <a:off x="8321040" y="2092322"/>
            <a:ext cx="50292" cy="314261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6" name="Shape 434"/>
          <p:cNvSpPr/>
          <p:nvPr/>
        </p:nvSpPr>
        <p:spPr>
          <a:xfrm>
            <a:off x="8366760" y="2090522"/>
            <a:ext cx="50292" cy="314441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7" name="Shape 435"/>
          <p:cNvSpPr/>
          <p:nvPr/>
        </p:nvSpPr>
        <p:spPr>
          <a:xfrm>
            <a:off x="8412480" y="2081569"/>
            <a:ext cx="50292" cy="315337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8" name="Shape 436"/>
          <p:cNvSpPr/>
          <p:nvPr/>
        </p:nvSpPr>
        <p:spPr>
          <a:xfrm>
            <a:off x="8458200" y="2088592"/>
            <a:ext cx="50292" cy="314634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9" name="Shape 437"/>
          <p:cNvSpPr/>
          <p:nvPr/>
        </p:nvSpPr>
        <p:spPr>
          <a:xfrm>
            <a:off x="8503920" y="2094518"/>
            <a:ext cx="50292" cy="314042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0" name="Shape 438"/>
          <p:cNvSpPr/>
          <p:nvPr/>
        </p:nvSpPr>
        <p:spPr>
          <a:xfrm>
            <a:off x="8549640" y="2084694"/>
            <a:ext cx="50292" cy="315024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1" name="Shape 439"/>
          <p:cNvSpPr/>
          <p:nvPr/>
        </p:nvSpPr>
        <p:spPr>
          <a:xfrm>
            <a:off x="8595360" y="2069749"/>
            <a:ext cx="50292" cy="316519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2" name="Shape 440"/>
          <p:cNvSpPr/>
          <p:nvPr/>
        </p:nvSpPr>
        <p:spPr>
          <a:xfrm>
            <a:off x="8641080" y="2049301"/>
            <a:ext cx="50292" cy="318563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3" name="Shape 441"/>
          <p:cNvSpPr/>
          <p:nvPr/>
        </p:nvSpPr>
        <p:spPr>
          <a:xfrm>
            <a:off x="8686800" y="2051423"/>
            <a:ext cx="50292" cy="318351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4" name="Shape 442"/>
          <p:cNvSpPr/>
          <p:nvPr/>
        </p:nvSpPr>
        <p:spPr>
          <a:xfrm>
            <a:off x="8732520" y="2078062"/>
            <a:ext cx="50292" cy="315687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5" name="Shape 443"/>
          <p:cNvSpPr/>
          <p:nvPr/>
        </p:nvSpPr>
        <p:spPr>
          <a:xfrm>
            <a:off x="8778240" y="2084789"/>
            <a:ext cx="50292" cy="315015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6" name="Shape 444"/>
          <p:cNvSpPr/>
          <p:nvPr/>
        </p:nvSpPr>
        <p:spPr>
          <a:xfrm>
            <a:off x="8823960" y="2056046"/>
            <a:ext cx="50292" cy="317889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7" name="Shape 445"/>
          <p:cNvSpPr/>
          <p:nvPr/>
        </p:nvSpPr>
        <p:spPr>
          <a:xfrm>
            <a:off x="8869680" y="2024398"/>
            <a:ext cx="50292" cy="321054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8" name="Shape 446"/>
          <p:cNvSpPr/>
          <p:nvPr/>
        </p:nvSpPr>
        <p:spPr>
          <a:xfrm>
            <a:off x="8915400" y="2010782"/>
            <a:ext cx="50292" cy="322415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9" name="Shape 447"/>
          <p:cNvSpPr/>
          <p:nvPr/>
        </p:nvSpPr>
        <p:spPr>
          <a:xfrm>
            <a:off x="8961120" y="2009438"/>
            <a:ext cx="50292" cy="322550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0" name="Shape 448"/>
          <p:cNvSpPr/>
          <p:nvPr/>
        </p:nvSpPr>
        <p:spPr>
          <a:xfrm>
            <a:off x="9006840" y="2023748"/>
            <a:ext cx="50292" cy="321119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1" name="Shape 449"/>
          <p:cNvSpPr/>
          <p:nvPr/>
        </p:nvSpPr>
        <p:spPr>
          <a:xfrm>
            <a:off x="9052560" y="2054493"/>
            <a:ext cx="50292" cy="318044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2" name="Shape 450"/>
          <p:cNvSpPr/>
          <p:nvPr/>
        </p:nvSpPr>
        <p:spPr>
          <a:xfrm>
            <a:off x="9098280" y="2085599"/>
            <a:ext cx="50292" cy="314934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3" name="Shape 451"/>
          <p:cNvSpPr/>
          <p:nvPr/>
        </p:nvSpPr>
        <p:spPr>
          <a:xfrm>
            <a:off x="0" y="2556233"/>
            <a:ext cx="50292" cy="267870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4" name="Shape 452"/>
          <p:cNvSpPr/>
          <p:nvPr/>
        </p:nvSpPr>
        <p:spPr>
          <a:xfrm>
            <a:off x="45720" y="2518271"/>
            <a:ext cx="50292" cy="271666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5" name="Shape 453"/>
          <p:cNvSpPr/>
          <p:nvPr/>
        </p:nvSpPr>
        <p:spPr>
          <a:xfrm>
            <a:off x="91440" y="2499757"/>
            <a:ext cx="50292" cy="273518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6" name="Shape 454"/>
          <p:cNvSpPr/>
          <p:nvPr/>
        </p:nvSpPr>
        <p:spPr>
          <a:xfrm>
            <a:off x="137160" y="2516466"/>
            <a:ext cx="50292" cy="271847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7" name="Shape 455"/>
          <p:cNvSpPr/>
          <p:nvPr/>
        </p:nvSpPr>
        <p:spPr>
          <a:xfrm>
            <a:off x="182880" y="2544198"/>
            <a:ext cx="50292" cy="269074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8" name="Shape 456"/>
          <p:cNvSpPr/>
          <p:nvPr/>
        </p:nvSpPr>
        <p:spPr>
          <a:xfrm>
            <a:off x="228600" y="2548215"/>
            <a:ext cx="50292" cy="268672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9" name="Shape 457"/>
          <p:cNvSpPr/>
          <p:nvPr/>
        </p:nvSpPr>
        <p:spPr>
          <a:xfrm>
            <a:off x="274320" y="2527984"/>
            <a:ext cx="50292" cy="270695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0" name="Shape 458"/>
          <p:cNvSpPr/>
          <p:nvPr/>
        </p:nvSpPr>
        <p:spPr>
          <a:xfrm>
            <a:off x="320040" y="2514401"/>
            <a:ext cx="50292" cy="272053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1" name="Shape 459"/>
          <p:cNvSpPr/>
          <p:nvPr/>
        </p:nvSpPr>
        <p:spPr>
          <a:xfrm>
            <a:off x="365760" y="2530917"/>
            <a:ext cx="50292" cy="270402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2" name="Shape 460"/>
          <p:cNvSpPr/>
          <p:nvPr/>
        </p:nvSpPr>
        <p:spPr>
          <a:xfrm>
            <a:off x="411480" y="2532754"/>
            <a:ext cx="50292" cy="270218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3" name="Shape 461"/>
          <p:cNvSpPr/>
          <p:nvPr/>
        </p:nvSpPr>
        <p:spPr>
          <a:xfrm>
            <a:off x="457200" y="2508938"/>
            <a:ext cx="50292" cy="272600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4" name="Shape 462"/>
          <p:cNvSpPr/>
          <p:nvPr/>
        </p:nvSpPr>
        <p:spPr>
          <a:xfrm>
            <a:off x="502920" y="2510361"/>
            <a:ext cx="50292" cy="272457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5" name="Shape 463"/>
          <p:cNvSpPr/>
          <p:nvPr/>
        </p:nvSpPr>
        <p:spPr>
          <a:xfrm>
            <a:off x="548640" y="2520094"/>
            <a:ext cx="50292" cy="271484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6" name="Shape 464"/>
          <p:cNvSpPr/>
          <p:nvPr/>
        </p:nvSpPr>
        <p:spPr>
          <a:xfrm>
            <a:off x="594360" y="2504619"/>
            <a:ext cx="50292" cy="273032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7" name="Shape 465"/>
          <p:cNvSpPr/>
          <p:nvPr/>
        </p:nvSpPr>
        <p:spPr>
          <a:xfrm>
            <a:off x="640080" y="2468468"/>
            <a:ext cx="50292" cy="276647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8" name="Shape 466"/>
          <p:cNvSpPr/>
          <p:nvPr/>
        </p:nvSpPr>
        <p:spPr>
          <a:xfrm>
            <a:off x="685800" y="2450088"/>
            <a:ext cx="50292" cy="278485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9" name="Shape 467"/>
          <p:cNvSpPr/>
          <p:nvPr/>
        </p:nvSpPr>
        <p:spPr>
          <a:xfrm>
            <a:off x="731520" y="2449553"/>
            <a:ext cx="50292" cy="278538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0" name="Shape 468"/>
          <p:cNvSpPr/>
          <p:nvPr/>
        </p:nvSpPr>
        <p:spPr>
          <a:xfrm>
            <a:off x="777240" y="2452404"/>
            <a:ext cx="50292" cy="278253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1" name="Shape 469"/>
          <p:cNvSpPr/>
          <p:nvPr/>
        </p:nvSpPr>
        <p:spPr>
          <a:xfrm>
            <a:off x="822960" y="2483817"/>
            <a:ext cx="50292" cy="275112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2" name="Shape 470"/>
          <p:cNvSpPr/>
          <p:nvPr/>
        </p:nvSpPr>
        <p:spPr>
          <a:xfrm>
            <a:off x="868680" y="2544053"/>
            <a:ext cx="50292" cy="269088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3" name="Shape 471"/>
          <p:cNvSpPr/>
          <p:nvPr/>
        </p:nvSpPr>
        <p:spPr>
          <a:xfrm>
            <a:off x="914400" y="2585399"/>
            <a:ext cx="50292" cy="264954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4" name="Shape 472"/>
          <p:cNvSpPr/>
          <p:nvPr/>
        </p:nvSpPr>
        <p:spPr>
          <a:xfrm>
            <a:off x="960120" y="2600968"/>
            <a:ext cx="50292" cy="263397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5" name="Shape 473"/>
          <p:cNvSpPr/>
          <p:nvPr/>
        </p:nvSpPr>
        <p:spPr>
          <a:xfrm>
            <a:off x="1005840" y="2610696"/>
            <a:ext cx="50292" cy="262424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6" name="Shape 474"/>
          <p:cNvSpPr/>
          <p:nvPr/>
        </p:nvSpPr>
        <p:spPr>
          <a:xfrm>
            <a:off x="1051560" y="2595410"/>
            <a:ext cx="50292" cy="263953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7" name="Shape 475"/>
          <p:cNvSpPr/>
          <p:nvPr/>
        </p:nvSpPr>
        <p:spPr>
          <a:xfrm>
            <a:off x="1097280" y="2584867"/>
            <a:ext cx="50292" cy="265007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8" name="Shape 476"/>
          <p:cNvSpPr/>
          <p:nvPr/>
        </p:nvSpPr>
        <p:spPr>
          <a:xfrm>
            <a:off x="1143000" y="2599543"/>
            <a:ext cx="50292" cy="263539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9" name="Shape 477"/>
          <p:cNvSpPr/>
          <p:nvPr/>
        </p:nvSpPr>
        <p:spPr>
          <a:xfrm>
            <a:off x="1188720" y="2616416"/>
            <a:ext cx="50292" cy="261852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0" name="Shape 478"/>
          <p:cNvSpPr/>
          <p:nvPr/>
        </p:nvSpPr>
        <p:spPr>
          <a:xfrm>
            <a:off x="1234440" y="2602014"/>
            <a:ext cx="50292" cy="263292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1" name="Shape 479"/>
          <p:cNvSpPr/>
          <p:nvPr/>
        </p:nvSpPr>
        <p:spPr>
          <a:xfrm>
            <a:off x="1280160" y="2527859"/>
            <a:ext cx="50292" cy="270708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2" name="Shape 480"/>
          <p:cNvSpPr/>
          <p:nvPr/>
        </p:nvSpPr>
        <p:spPr>
          <a:xfrm>
            <a:off x="1325880" y="2460626"/>
            <a:ext cx="50292" cy="277431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3" name="Shape 481"/>
          <p:cNvSpPr/>
          <p:nvPr/>
        </p:nvSpPr>
        <p:spPr>
          <a:xfrm>
            <a:off x="1371600" y="2457999"/>
            <a:ext cx="50292" cy="277694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4" name="Shape 482"/>
          <p:cNvSpPr/>
          <p:nvPr/>
        </p:nvSpPr>
        <p:spPr>
          <a:xfrm>
            <a:off x="1417320" y="2496280"/>
            <a:ext cx="50292" cy="273866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5" name="Shape 483"/>
          <p:cNvSpPr/>
          <p:nvPr/>
        </p:nvSpPr>
        <p:spPr>
          <a:xfrm>
            <a:off x="1463040" y="2534923"/>
            <a:ext cx="50292" cy="270001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6" name="Shape 484"/>
          <p:cNvSpPr/>
          <p:nvPr/>
        </p:nvSpPr>
        <p:spPr>
          <a:xfrm>
            <a:off x="1508760" y="2560496"/>
            <a:ext cx="50292" cy="267444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7" name="Shape 485"/>
          <p:cNvSpPr/>
          <p:nvPr/>
        </p:nvSpPr>
        <p:spPr>
          <a:xfrm>
            <a:off x="1554480" y="2571834"/>
            <a:ext cx="50292" cy="266310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8" name="Shape 486"/>
          <p:cNvSpPr/>
          <p:nvPr/>
        </p:nvSpPr>
        <p:spPr>
          <a:xfrm>
            <a:off x="1600200" y="2552701"/>
            <a:ext cx="50292" cy="268223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9" name="Shape 487"/>
          <p:cNvSpPr/>
          <p:nvPr/>
        </p:nvSpPr>
        <p:spPr>
          <a:xfrm>
            <a:off x="1645920" y="2493938"/>
            <a:ext cx="50292" cy="274100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0" name="Shape 488"/>
          <p:cNvSpPr/>
          <p:nvPr/>
        </p:nvSpPr>
        <p:spPr>
          <a:xfrm>
            <a:off x="1691640" y="2451201"/>
            <a:ext cx="50292" cy="278373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1" name="Shape 489"/>
          <p:cNvSpPr/>
          <p:nvPr/>
        </p:nvSpPr>
        <p:spPr>
          <a:xfrm>
            <a:off x="1737360" y="2484562"/>
            <a:ext cx="50292" cy="275037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2" name="Shape 490"/>
          <p:cNvSpPr/>
          <p:nvPr/>
        </p:nvSpPr>
        <p:spPr>
          <a:xfrm>
            <a:off x="1783080" y="2521860"/>
            <a:ext cx="50292" cy="271308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3" name="Shape 491"/>
          <p:cNvSpPr/>
          <p:nvPr/>
        </p:nvSpPr>
        <p:spPr>
          <a:xfrm>
            <a:off x="1828800" y="2525181"/>
            <a:ext cx="50292" cy="270975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4" name="Shape 492"/>
          <p:cNvSpPr/>
          <p:nvPr/>
        </p:nvSpPr>
        <p:spPr>
          <a:xfrm>
            <a:off x="1874520" y="2531312"/>
            <a:ext cx="50292" cy="270362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5" name="Shape 493"/>
          <p:cNvSpPr/>
          <p:nvPr/>
        </p:nvSpPr>
        <p:spPr>
          <a:xfrm>
            <a:off x="1920240" y="2551470"/>
            <a:ext cx="50292" cy="268347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6" name="Shape 494"/>
          <p:cNvSpPr/>
          <p:nvPr/>
        </p:nvSpPr>
        <p:spPr>
          <a:xfrm>
            <a:off x="1965960" y="2592777"/>
            <a:ext cx="50292" cy="264216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7" name="Shape 495"/>
          <p:cNvSpPr/>
          <p:nvPr/>
        </p:nvSpPr>
        <p:spPr>
          <a:xfrm>
            <a:off x="2011680" y="2647746"/>
            <a:ext cx="50292" cy="258719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8" name="Shape 496"/>
          <p:cNvSpPr/>
          <p:nvPr/>
        </p:nvSpPr>
        <p:spPr>
          <a:xfrm>
            <a:off x="2057400" y="2684439"/>
            <a:ext cx="50292" cy="255050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9" name="Shape 497"/>
          <p:cNvSpPr/>
          <p:nvPr/>
        </p:nvSpPr>
        <p:spPr>
          <a:xfrm>
            <a:off x="2103120" y="2687482"/>
            <a:ext cx="50292" cy="254745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0" name="Shape 498"/>
          <p:cNvSpPr/>
          <p:nvPr/>
        </p:nvSpPr>
        <p:spPr>
          <a:xfrm>
            <a:off x="2148840" y="2687746"/>
            <a:ext cx="50292" cy="254719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1" name="Shape 499"/>
          <p:cNvSpPr/>
          <p:nvPr/>
        </p:nvSpPr>
        <p:spPr>
          <a:xfrm>
            <a:off x="2194560" y="2701869"/>
            <a:ext cx="50292" cy="253307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2" name="Shape 500"/>
          <p:cNvSpPr/>
          <p:nvPr/>
        </p:nvSpPr>
        <p:spPr>
          <a:xfrm>
            <a:off x="2240280" y="2709687"/>
            <a:ext cx="50292" cy="252525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3" name="Shape 501"/>
          <p:cNvSpPr/>
          <p:nvPr/>
        </p:nvSpPr>
        <p:spPr>
          <a:xfrm>
            <a:off x="2286000" y="2718121"/>
            <a:ext cx="50292" cy="251681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4" name="Shape 502"/>
          <p:cNvSpPr/>
          <p:nvPr/>
        </p:nvSpPr>
        <p:spPr>
          <a:xfrm>
            <a:off x="2331720" y="2720958"/>
            <a:ext cx="50292" cy="251398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5" name="Shape 503"/>
          <p:cNvSpPr/>
          <p:nvPr/>
        </p:nvSpPr>
        <p:spPr>
          <a:xfrm>
            <a:off x="2377440" y="2714414"/>
            <a:ext cx="50292" cy="252052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6" name="Shape 504"/>
          <p:cNvSpPr/>
          <p:nvPr/>
        </p:nvSpPr>
        <p:spPr>
          <a:xfrm>
            <a:off x="2423160" y="2717628"/>
            <a:ext cx="50292" cy="251731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7" name="Shape 505"/>
          <p:cNvSpPr/>
          <p:nvPr/>
        </p:nvSpPr>
        <p:spPr>
          <a:xfrm>
            <a:off x="2468880" y="2707482"/>
            <a:ext cx="50292" cy="252745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8" name="Shape 506"/>
          <p:cNvSpPr/>
          <p:nvPr/>
        </p:nvSpPr>
        <p:spPr>
          <a:xfrm>
            <a:off x="2514600" y="2669166"/>
            <a:ext cx="50292" cy="256577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9" name="Shape 507"/>
          <p:cNvSpPr/>
          <p:nvPr/>
        </p:nvSpPr>
        <p:spPr>
          <a:xfrm>
            <a:off x="2560320" y="2617843"/>
            <a:ext cx="50292" cy="261709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0" name="Shape 508"/>
          <p:cNvSpPr/>
          <p:nvPr/>
        </p:nvSpPr>
        <p:spPr>
          <a:xfrm>
            <a:off x="2606040" y="2556287"/>
            <a:ext cx="50292" cy="267865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1" name="Shape 509"/>
          <p:cNvSpPr/>
          <p:nvPr/>
        </p:nvSpPr>
        <p:spPr>
          <a:xfrm>
            <a:off x="2651760" y="2489329"/>
            <a:ext cx="50292" cy="274561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2" name="Shape 510"/>
          <p:cNvSpPr/>
          <p:nvPr/>
        </p:nvSpPr>
        <p:spPr>
          <a:xfrm>
            <a:off x="2697480" y="2461016"/>
            <a:ext cx="50292" cy="277392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3" name="Shape 511"/>
          <p:cNvSpPr/>
          <p:nvPr/>
        </p:nvSpPr>
        <p:spPr>
          <a:xfrm>
            <a:off x="2743200" y="2463876"/>
            <a:ext cx="50292" cy="277106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4" name="Shape 512"/>
          <p:cNvSpPr/>
          <p:nvPr/>
        </p:nvSpPr>
        <p:spPr>
          <a:xfrm>
            <a:off x="2788920" y="2458255"/>
            <a:ext cx="50292" cy="277668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5" name="Shape 513"/>
          <p:cNvSpPr/>
          <p:nvPr/>
        </p:nvSpPr>
        <p:spPr>
          <a:xfrm>
            <a:off x="2834640" y="2468249"/>
            <a:ext cx="50292" cy="276669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6" name="Shape 514"/>
          <p:cNvSpPr/>
          <p:nvPr/>
        </p:nvSpPr>
        <p:spPr>
          <a:xfrm>
            <a:off x="2880360" y="2518296"/>
            <a:ext cx="50292" cy="271664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7" name="Shape 515"/>
          <p:cNvSpPr/>
          <p:nvPr/>
        </p:nvSpPr>
        <p:spPr>
          <a:xfrm>
            <a:off x="2926080" y="2551809"/>
            <a:ext cx="50292" cy="268313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8" name="Shape 516"/>
          <p:cNvSpPr/>
          <p:nvPr/>
        </p:nvSpPr>
        <p:spPr>
          <a:xfrm>
            <a:off x="2971800" y="2559675"/>
            <a:ext cx="50292" cy="267526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9" name="Shape 517"/>
          <p:cNvSpPr/>
          <p:nvPr/>
        </p:nvSpPr>
        <p:spPr>
          <a:xfrm>
            <a:off x="3017520" y="2549949"/>
            <a:ext cx="50292" cy="268499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0" name="Shape 518"/>
          <p:cNvSpPr/>
          <p:nvPr/>
        </p:nvSpPr>
        <p:spPr>
          <a:xfrm>
            <a:off x="3063240" y="2528388"/>
            <a:ext cx="50292" cy="270655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1" name="Shape 519"/>
          <p:cNvSpPr/>
          <p:nvPr/>
        </p:nvSpPr>
        <p:spPr>
          <a:xfrm>
            <a:off x="3108960" y="2540715"/>
            <a:ext cx="50292" cy="269422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2" name="Shape 520"/>
          <p:cNvSpPr/>
          <p:nvPr/>
        </p:nvSpPr>
        <p:spPr>
          <a:xfrm>
            <a:off x="3154680" y="2550274"/>
            <a:ext cx="50292" cy="268466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3" name="Shape 521"/>
          <p:cNvSpPr/>
          <p:nvPr/>
        </p:nvSpPr>
        <p:spPr>
          <a:xfrm>
            <a:off x="3200400" y="2565030"/>
            <a:ext cx="50292" cy="266991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4" name="Shape 522"/>
          <p:cNvSpPr/>
          <p:nvPr/>
        </p:nvSpPr>
        <p:spPr>
          <a:xfrm>
            <a:off x="3246120" y="2601906"/>
            <a:ext cx="50292" cy="263303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5" name="Shape 523"/>
          <p:cNvSpPr/>
          <p:nvPr/>
        </p:nvSpPr>
        <p:spPr>
          <a:xfrm>
            <a:off x="3291840" y="2638034"/>
            <a:ext cx="50292" cy="259690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6" name="Shape 524"/>
          <p:cNvSpPr/>
          <p:nvPr/>
        </p:nvSpPr>
        <p:spPr>
          <a:xfrm>
            <a:off x="3337560" y="2659918"/>
            <a:ext cx="50292" cy="257502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7" name="Shape 525"/>
          <p:cNvSpPr/>
          <p:nvPr/>
        </p:nvSpPr>
        <p:spPr>
          <a:xfrm>
            <a:off x="3383280" y="2655944"/>
            <a:ext cx="50292" cy="257899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8" name="Shape 526"/>
          <p:cNvSpPr/>
          <p:nvPr/>
        </p:nvSpPr>
        <p:spPr>
          <a:xfrm>
            <a:off x="3429000" y="2653009"/>
            <a:ext cx="50292" cy="258193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9" name="Shape 527"/>
          <p:cNvSpPr/>
          <p:nvPr/>
        </p:nvSpPr>
        <p:spPr>
          <a:xfrm>
            <a:off x="3474720" y="2662203"/>
            <a:ext cx="50292" cy="257273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0" name="Shape 528"/>
          <p:cNvSpPr/>
          <p:nvPr/>
        </p:nvSpPr>
        <p:spPr>
          <a:xfrm>
            <a:off x="3520440" y="2652247"/>
            <a:ext cx="50292" cy="258269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1" name="Shape 529"/>
          <p:cNvSpPr/>
          <p:nvPr/>
        </p:nvSpPr>
        <p:spPr>
          <a:xfrm>
            <a:off x="3566160" y="2618086"/>
            <a:ext cx="50292" cy="261685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2" name="Shape 530"/>
          <p:cNvSpPr/>
          <p:nvPr/>
        </p:nvSpPr>
        <p:spPr>
          <a:xfrm>
            <a:off x="3611880" y="2575794"/>
            <a:ext cx="50292" cy="265914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3" name="Shape 531"/>
          <p:cNvSpPr/>
          <p:nvPr/>
        </p:nvSpPr>
        <p:spPr>
          <a:xfrm>
            <a:off x="3657600" y="2535449"/>
            <a:ext cx="50292" cy="269949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4" name="Shape 532"/>
          <p:cNvSpPr/>
          <p:nvPr/>
        </p:nvSpPr>
        <p:spPr>
          <a:xfrm>
            <a:off x="3703320" y="2497842"/>
            <a:ext cx="50292" cy="273709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5" name="Shape 533"/>
          <p:cNvSpPr/>
          <p:nvPr/>
        </p:nvSpPr>
        <p:spPr>
          <a:xfrm>
            <a:off x="3749040" y="2463329"/>
            <a:ext cx="50292" cy="277161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6" name="Shape 534"/>
          <p:cNvSpPr/>
          <p:nvPr/>
        </p:nvSpPr>
        <p:spPr>
          <a:xfrm>
            <a:off x="3794760" y="2438571"/>
            <a:ext cx="50292" cy="279636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7" name="Shape 535"/>
          <p:cNvSpPr/>
          <p:nvPr/>
        </p:nvSpPr>
        <p:spPr>
          <a:xfrm>
            <a:off x="3840480" y="2432047"/>
            <a:ext cx="50292" cy="280289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8" name="Shape 536"/>
          <p:cNvSpPr/>
          <p:nvPr/>
        </p:nvSpPr>
        <p:spPr>
          <a:xfrm>
            <a:off x="3886200" y="2394684"/>
            <a:ext cx="50292" cy="284025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9" name="Shape 537"/>
          <p:cNvSpPr/>
          <p:nvPr/>
        </p:nvSpPr>
        <p:spPr>
          <a:xfrm>
            <a:off x="3931920" y="2308606"/>
            <a:ext cx="50292" cy="292633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0" name="Shape 538"/>
          <p:cNvSpPr/>
          <p:nvPr/>
        </p:nvSpPr>
        <p:spPr>
          <a:xfrm>
            <a:off x="3977640" y="2250926"/>
            <a:ext cx="50292" cy="298401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1" name="Shape 539"/>
          <p:cNvSpPr/>
          <p:nvPr/>
        </p:nvSpPr>
        <p:spPr>
          <a:xfrm>
            <a:off x="4023360" y="2239788"/>
            <a:ext cx="50292" cy="299515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2" name="Shape 540"/>
          <p:cNvSpPr/>
          <p:nvPr/>
        </p:nvSpPr>
        <p:spPr>
          <a:xfrm>
            <a:off x="4069080" y="2235153"/>
            <a:ext cx="50292" cy="299978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3" name="Shape 541"/>
          <p:cNvSpPr/>
          <p:nvPr/>
        </p:nvSpPr>
        <p:spPr>
          <a:xfrm>
            <a:off x="4114800" y="2223319"/>
            <a:ext cx="50292" cy="301162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4" name="Shape 542"/>
          <p:cNvSpPr/>
          <p:nvPr/>
        </p:nvSpPr>
        <p:spPr>
          <a:xfrm>
            <a:off x="4160520" y="2227192"/>
            <a:ext cx="50292" cy="300774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5" name="Shape 543"/>
          <p:cNvSpPr/>
          <p:nvPr/>
        </p:nvSpPr>
        <p:spPr>
          <a:xfrm>
            <a:off x="4206240" y="2257550"/>
            <a:ext cx="50292" cy="297739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6" name="Shape 544"/>
          <p:cNvSpPr/>
          <p:nvPr/>
        </p:nvSpPr>
        <p:spPr>
          <a:xfrm>
            <a:off x="4251960" y="2322077"/>
            <a:ext cx="50292" cy="291286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7" name="Shape 545"/>
          <p:cNvSpPr/>
          <p:nvPr/>
        </p:nvSpPr>
        <p:spPr>
          <a:xfrm>
            <a:off x="4297680" y="2396173"/>
            <a:ext cx="50292" cy="283876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8" name="Shape 546"/>
          <p:cNvSpPr/>
          <p:nvPr/>
        </p:nvSpPr>
        <p:spPr>
          <a:xfrm>
            <a:off x="4343400" y="2429120"/>
            <a:ext cx="50292" cy="280582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9" name="Shape 547"/>
          <p:cNvSpPr/>
          <p:nvPr/>
        </p:nvSpPr>
        <p:spPr>
          <a:xfrm>
            <a:off x="4389120" y="2404469"/>
            <a:ext cx="50292" cy="283047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0" name="Shape 548"/>
          <p:cNvSpPr/>
          <p:nvPr/>
        </p:nvSpPr>
        <p:spPr>
          <a:xfrm>
            <a:off x="4434840" y="2383210"/>
            <a:ext cx="50292" cy="285173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1" name="Shape 549"/>
          <p:cNvSpPr/>
          <p:nvPr/>
        </p:nvSpPr>
        <p:spPr>
          <a:xfrm>
            <a:off x="4480560" y="2409519"/>
            <a:ext cx="50292" cy="282542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2" name="Shape 550"/>
          <p:cNvSpPr/>
          <p:nvPr/>
        </p:nvSpPr>
        <p:spPr>
          <a:xfrm>
            <a:off x="4526280" y="2445520"/>
            <a:ext cx="50292" cy="278942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3" name="Shape 551"/>
          <p:cNvSpPr/>
          <p:nvPr/>
        </p:nvSpPr>
        <p:spPr>
          <a:xfrm>
            <a:off x="4572000" y="2432787"/>
            <a:ext cx="50292" cy="280215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4" name="Shape 552"/>
          <p:cNvSpPr/>
          <p:nvPr/>
        </p:nvSpPr>
        <p:spPr>
          <a:xfrm>
            <a:off x="4617720" y="2398354"/>
            <a:ext cx="50292" cy="283658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5" name="Shape 553"/>
          <p:cNvSpPr/>
          <p:nvPr/>
        </p:nvSpPr>
        <p:spPr>
          <a:xfrm>
            <a:off x="4663440" y="2366247"/>
            <a:ext cx="50292" cy="286869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6" name="Shape 554"/>
          <p:cNvSpPr/>
          <p:nvPr/>
        </p:nvSpPr>
        <p:spPr>
          <a:xfrm>
            <a:off x="4709160" y="2307931"/>
            <a:ext cx="50292" cy="292700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7" name="Shape 555"/>
          <p:cNvSpPr/>
          <p:nvPr/>
        </p:nvSpPr>
        <p:spPr>
          <a:xfrm>
            <a:off x="4754880" y="2292495"/>
            <a:ext cx="50292" cy="294244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8" name="Shape 556"/>
          <p:cNvSpPr/>
          <p:nvPr/>
        </p:nvSpPr>
        <p:spPr>
          <a:xfrm>
            <a:off x="4800600" y="2303882"/>
            <a:ext cx="50292" cy="293105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9" name="Shape 557"/>
          <p:cNvSpPr/>
          <p:nvPr/>
        </p:nvSpPr>
        <p:spPr>
          <a:xfrm>
            <a:off x="4846320" y="2310795"/>
            <a:ext cx="50292" cy="292414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0" name="Shape 558"/>
          <p:cNvSpPr/>
          <p:nvPr/>
        </p:nvSpPr>
        <p:spPr>
          <a:xfrm>
            <a:off x="4892040" y="2349848"/>
            <a:ext cx="50292" cy="288509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1" name="Shape 559"/>
          <p:cNvSpPr/>
          <p:nvPr/>
        </p:nvSpPr>
        <p:spPr>
          <a:xfrm>
            <a:off x="4937760" y="2416354"/>
            <a:ext cx="50292" cy="281858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2" name="Shape 560"/>
          <p:cNvSpPr/>
          <p:nvPr/>
        </p:nvSpPr>
        <p:spPr>
          <a:xfrm>
            <a:off x="4983480" y="2464362"/>
            <a:ext cx="50292" cy="277057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3" name="Shape 561"/>
          <p:cNvSpPr/>
          <p:nvPr/>
        </p:nvSpPr>
        <p:spPr>
          <a:xfrm>
            <a:off x="5029200" y="2450940"/>
            <a:ext cx="50292" cy="278400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4" name="Shape 562"/>
          <p:cNvSpPr/>
          <p:nvPr/>
        </p:nvSpPr>
        <p:spPr>
          <a:xfrm>
            <a:off x="5074920" y="2423440"/>
            <a:ext cx="50292" cy="281150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5" name="Shape 563"/>
          <p:cNvSpPr/>
          <p:nvPr/>
        </p:nvSpPr>
        <p:spPr>
          <a:xfrm>
            <a:off x="5120640" y="2414620"/>
            <a:ext cx="50292" cy="282032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6" name="Shape 564"/>
          <p:cNvSpPr/>
          <p:nvPr/>
        </p:nvSpPr>
        <p:spPr>
          <a:xfrm>
            <a:off x="5166360" y="2398781"/>
            <a:ext cx="50292" cy="283615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7" name="Shape 565"/>
          <p:cNvSpPr/>
          <p:nvPr/>
        </p:nvSpPr>
        <p:spPr>
          <a:xfrm>
            <a:off x="5212080" y="2380890"/>
            <a:ext cx="50292" cy="285405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8" name="Shape 566"/>
          <p:cNvSpPr/>
          <p:nvPr/>
        </p:nvSpPr>
        <p:spPr>
          <a:xfrm>
            <a:off x="5257800" y="2360424"/>
            <a:ext cx="50292" cy="287451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9" name="Shape 567"/>
          <p:cNvSpPr/>
          <p:nvPr/>
        </p:nvSpPr>
        <p:spPr>
          <a:xfrm>
            <a:off x="5303520" y="2339914"/>
            <a:ext cx="50292" cy="289502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0" name="Shape 568"/>
          <p:cNvSpPr/>
          <p:nvPr/>
        </p:nvSpPr>
        <p:spPr>
          <a:xfrm>
            <a:off x="5349240" y="2328760"/>
            <a:ext cx="50292" cy="290618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1" name="Shape 569"/>
          <p:cNvSpPr/>
          <p:nvPr/>
        </p:nvSpPr>
        <p:spPr>
          <a:xfrm>
            <a:off x="5394960" y="2301543"/>
            <a:ext cx="50292" cy="293339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2" name="Shape 570"/>
          <p:cNvSpPr/>
          <p:nvPr/>
        </p:nvSpPr>
        <p:spPr>
          <a:xfrm>
            <a:off x="5440680" y="2248636"/>
            <a:ext cx="50292" cy="298630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3" name="Shape 571"/>
          <p:cNvSpPr/>
          <p:nvPr/>
        </p:nvSpPr>
        <p:spPr>
          <a:xfrm>
            <a:off x="5486400" y="2230967"/>
            <a:ext cx="50292" cy="300397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4" name="Shape 572"/>
          <p:cNvSpPr/>
          <p:nvPr/>
        </p:nvSpPr>
        <p:spPr>
          <a:xfrm>
            <a:off x="5532120" y="2253992"/>
            <a:ext cx="50292" cy="298094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5" name="Shape 573"/>
          <p:cNvSpPr/>
          <p:nvPr/>
        </p:nvSpPr>
        <p:spPr>
          <a:xfrm>
            <a:off x="5577840" y="2260190"/>
            <a:ext cx="50292" cy="297475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6" name="Shape 574"/>
          <p:cNvSpPr/>
          <p:nvPr/>
        </p:nvSpPr>
        <p:spPr>
          <a:xfrm>
            <a:off x="5623560" y="2263427"/>
            <a:ext cx="50292" cy="297151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7" name="Shape 575"/>
          <p:cNvSpPr/>
          <p:nvPr/>
        </p:nvSpPr>
        <p:spPr>
          <a:xfrm>
            <a:off x="5669280" y="2268436"/>
            <a:ext cx="50292" cy="296650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8" name="Shape 576"/>
          <p:cNvSpPr/>
          <p:nvPr/>
        </p:nvSpPr>
        <p:spPr>
          <a:xfrm>
            <a:off x="5715000" y="2233099"/>
            <a:ext cx="50292" cy="300184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9" name="Shape 577"/>
          <p:cNvSpPr/>
          <p:nvPr/>
        </p:nvSpPr>
        <p:spPr>
          <a:xfrm>
            <a:off x="5760720" y="2162371"/>
            <a:ext cx="50292" cy="307256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0" name="Shape 578"/>
          <p:cNvSpPr/>
          <p:nvPr/>
        </p:nvSpPr>
        <p:spPr>
          <a:xfrm>
            <a:off x="5806440" y="2117625"/>
            <a:ext cx="50292" cy="311731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1" name="Shape 579"/>
          <p:cNvSpPr/>
          <p:nvPr/>
        </p:nvSpPr>
        <p:spPr>
          <a:xfrm>
            <a:off x="5852160" y="2125981"/>
            <a:ext cx="50292" cy="310895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2" name="Shape 580"/>
          <p:cNvSpPr/>
          <p:nvPr/>
        </p:nvSpPr>
        <p:spPr>
          <a:xfrm>
            <a:off x="5897880" y="2178855"/>
            <a:ext cx="50292" cy="305608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3" name="Shape 581"/>
          <p:cNvSpPr/>
          <p:nvPr/>
        </p:nvSpPr>
        <p:spPr>
          <a:xfrm>
            <a:off x="5943600" y="2220717"/>
            <a:ext cx="50292" cy="301422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4" name="Shape 582"/>
          <p:cNvSpPr/>
          <p:nvPr/>
        </p:nvSpPr>
        <p:spPr>
          <a:xfrm>
            <a:off x="5989320" y="2226493"/>
            <a:ext cx="50292" cy="300844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5" name="Shape 583"/>
          <p:cNvSpPr/>
          <p:nvPr/>
        </p:nvSpPr>
        <p:spPr>
          <a:xfrm>
            <a:off x="6035040" y="2216800"/>
            <a:ext cx="50292" cy="301814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6" name="Shape 584"/>
          <p:cNvSpPr/>
          <p:nvPr/>
        </p:nvSpPr>
        <p:spPr>
          <a:xfrm>
            <a:off x="6080760" y="2192156"/>
            <a:ext cx="50292" cy="304278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7" name="Shape 585"/>
          <p:cNvSpPr/>
          <p:nvPr/>
        </p:nvSpPr>
        <p:spPr>
          <a:xfrm>
            <a:off x="6126480" y="2186285"/>
            <a:ext cx="50292" cy="304865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8" name="Shape 586"/>
          <p:cNvSpPr/>
          <p:nvPr/>
        </p:nvSpPr>
        <p:spPr>
          <a:xfrm>
            <a:off x="6172200" y="2206830"/>
            <a:ext cx="50292" cy="302811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9" name="Shape 587"/>
          <p:cNvSpPr/>
          <p:nvPr/>
        </p:nvSpPr>
        <p:spPr>
          <a:xfrm>
            <a:off x="6217920" y="2240882"/>
            <a:ext cx="50292" cy="299405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0" name="Shape 588"/>
          <p:cNvSpPr/>
          <p:nvPr/>
        </p:nvSpPr>
        <p:spPr>
          <a:xfrm>
            <a:off x="6263640" y="2295007"/>
            <a:ext cx="50292" cy="293993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1" name="Shape 589"/>
          <p:cNvSpPr/>
          <p:nvPr/>
        </p:nvSpPr>
        <p:spPr>
          <a:xfrm>
            <a:off x="6309360" y="2359294"/>
            <a:ext cx="50292" cy="287564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2" name="Shape 590"/>
          <p:cNvSpPr/>
          <p:nvPr/>
        </p:nvSpPr>
        <p:spPr>
          <a:xfrm>
            <a:off x="6355080" y="2394280"/>
            <a:ext cx="50292" cy="284066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3" name="Shape 591"/>
          <p:cNvSpPr/>
          <p:nvPr/>
        </p:nvSpPr>
        <p:spPr>
          <a:xfrm>
            <a:off x="6400800" y="2367645"/>
            <a:ext cx="50292" cy="286729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4" name="Shape 592"/>
          <p:cNvSpPr/>
          <p:nvPr/>
        </p:nvSpPr>
        <p:spPr>
          <a:xfrm>
            <a:off x="6446520" y="2294370"/>
            <a:ext cx="50292" cy="294057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5" name="Shape 593"/>
          <p:cNvSpPr/>
          <p:nvPr/>
        </p:nvSpPr>
        <p:spPr>
          <a:xfrm>
            <a:off x="6492240" y="2207657"/>
            <a:ext cx="50292" cy="302728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6" name="Shape 594"/>
          <p:cNvSpPr/>
          <p:nvPr/>
        </p:nvSpPr>
        <p:spPr>
          <a:xfrm>
            <a:off x="6537960" y="2131475"/>
            <a:ext cx="50292" cy="310346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7" name="Shape 595"/>
          <p:cNvSpPr/>
          <p:nvPr/>
        </p:nvSpPr>
        <p:spPr>
          <a:xfrm>
            <a:off x="6583680" y="2069469"/>
            <a:ext cx="50292" cy="316547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8" name="Shape 596"/>
          <p:cNvSpPr/>
          <p:nvPr/>
        </p:nvSpPr>
        <p:spPr>
          <a:xfrm>
            <a:off x="6629400" y="2033149"/>
            <a:ext cx="50292" cy="320179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9" name="Shape 597"/>
          <p:cNvSpPr/>
          <p:nvPr/>
        </p:nvSpPr>
        <p:spPr>
          <a:xfrm>
            <a:off x="6675120" y="2011921"/>
            <a:ext cx="50292" cy="322301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0" name="Shape 598"/>
          <p:cNvSpPr/>
          <p:nvPr/>
        </p:nvSpPr>
        <p:spPr>
          <a:xfrm>
            <a:off x="6720840" y="2012558"/>
            <a:ext cx="50292" cy="322238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1" name="Shape 599"/>
          <p:cNvSpPr/>
          <p:nvPr/>
        </p:nvSpPr>
        <p:spPr>
          <a:xfrm>
            <a:off x="6766560" y="2072280"/>
            <a:ext cx="50292" cy="316266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2" name="Shape 600"/>
          <p:cNvSpPr/>
          <p:nvPr/>
        </p:nvSpPr>
        <p:spPr>
          <a:xfrm>
            <a:off x="6812280" y="2156500"/>
            <a:ext cx="50292" cy="307844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3" name="Shape 601"/>
          <p:cNvSpPr/>
          <p:nvPr/>
        </p:nvSpPr>
        <p:spPr>
          <a:xfrm>
            <a:off x="6858000" y="2181532"/>
            <a:ext cx="50292" cy="305340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4" name="Shape 602"/>
          <p:cNvSpPr/>
          <p:nvPr/>
        </p:nvSpPr>
        <p:spPr>
          <a:xfrm>
            <a:off x="6903720" y="2162456"/>
            <a:ext cx="50292" cy="307248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5" name="Shape 603"/>
          <p:cNvSpPr/>
          <p:nvPr/>
        </p:nvSpPr>
        <p:spPr>
          <a:xfrm>
            <a:off x="6949440" y="2151738"/>
            <a:ext cx="50292" cy="308320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6" name="Shape 604"/>
          <p:cNvSpPr/>
          <p:nvPr/>
        </p:nvSpPr>
        <p:spPr>
          <a:xfrm>
            <a:off x="6995160" y="2137587"/>
            <a:ext cx="50292" cy="309735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7" name="Shape 605"/>
          <p:cNvSpPr/>
          <p:nvPr/>
        </p:nvSpPr>
        <p:spPr>
          <a:xfrm>
            <a:off x="7040880" y="2118030"/>
            <a:ext cx="50292" cy="311691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8" name="Shape 606"/>
          <p:cNvSpPr/>
          <p:nvPr/>
        </p:nvSpPr>
        <p:spPr>
          <a:xfrm>
            <a:off x="7086600" y="2113431"/>
            <a:ext cx="50292" cy="312150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9" name="Shape 607"/>
          <p:cNvSpPr/>
          <p:nvPr/>
        </p:nvSpPr>
        <p:spPr>
          <a:xfrm>
            <a:off x="7132320" y="2100415"/>
            <a:ext cx="50292" cy="313452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0" name="Shape 608"/>
          <p:cNvSpPr/>
          <p:nvPr/>
        </p:nvSpPr>
        <p:spPr>
          <a:xfrm>
            <a:off x="7178040" y="2071129"/>
            <a:ext cx="50292" cy="316381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1" name="Shape 609"/>
          <p:cNvSpPr/>
          <p:nvPr/>
        </p:nvSpPr>
        <p:spPr>
          <a:xfrm>
            <a:off x="7223760" y="2055200"/>
            <a:ext cx="50292" cy="317974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2" name="Shape 610"/>
          <p:cNvSpPr/>
          <p:nvPr/>
        </p:nvSpPr>
        <p:spPr>
          <a:xfrm>
            <a:off x="7269480" y="2046597"/>
            <a:ext cx="50292" cy="318834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3" name="Shape 611"/>
          <p:cNvSpPr/>
          <p:nvPr/>
        </p:nvSpPr>
        <p:spPr>
          <a:xfrm>
            <a:off x="7315200" y="2070001"/>
            <a:ext cx="50292" cy="316493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4" name="Shape 612"/>
          <p:cNvSpPr/>
          <p:nvPr/>
        </p:nvSpPr>
        <p:spPr>
          <a:xfrm>
            <a:off x="7360920" y="2121341"/>
            <a:ext cx="50292" cy="311359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5" name="Shape 613"/>
          <p:cNvSpPr/>
          <p:nvPr/>
        </p:nvSpPr>
        <p:spPr>
          <a:xfrm>
            <a:off x="7406640" y="2134773"/>
            <a:ext cx="50292" cy="310016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6" name="Shape 614"/>
          <p:cNvSpPr/>
          <p:nvPr/>
        </p:nvSpPr>
        <p:spPr>
          <a:xfrm>
            <a:off x="7452360" y="2085463"/>
            <a:ext cx="50292" cy="314947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7" name="Shape 615"/>
          <p:cNvSpPr/>
          <p:nvPr/>
        </p:nvSpPr>
        <p:spPr>
          <a:xfrm>
            <a:off x="7498080" y="2023937"/>
            <a:ext cx="50292" cy="321100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8" name="Shape 616"/>
          <p:cNvSpPr/>
          <p:nvPr/>
        </p:nvSpPr>
        <p:spPr>
          <a:xfrm>
            <a:off x="7543800" y="1982641"/>
            <a:ext cx="50292" cy="325229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9" name="Shape 617"/>
          <p:cNvSpPr/>
          <p:nvPr/>
        </p:nvSpPr>
        <p:spPr>
          <a:xfrm>
            <a:off x="7589520" y="1949353"/>
            <a:ext cx="50292" cy="328558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0" name="Shape 618"/>
          <p:cNvSpPr/>
          <p:nvPr/>
        </p:nvSpPr>
        <p:spPr>
          <a:xfrm>
            <a:off x="7635240" y="1922925"/>
            <a:ext cx="50292" cy="331201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1" name="Shape 619"/>
          <p:cNvSpPr/>
          <p:nvPr/>
        </p:nvSpPr>
        <p:spPr>
          <a:xfrm>
            <a:off x="7680960" y="1912277"/>
            <a:ext cx="50292" cy="332266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2" name="Shape 620"/>
          <p:cNvSpPr/>
          <p:nvPr/>
        </p:nvSpPr>
        <p:spPr>
          <a:xfrm>
            <a:off x="7726680" y="1922293"/>
            <a:ext cx="50292" cy="331264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3" name="Shape 621"/>
          <p:cNvSpPr/>
          <p:nvPr/>
        </p:nvSpPr>
        <p:spPr>
          <a:xfrm>
            <a:off x="7772400" y="1902353"/>
            <a:ext cx="50292" cy="333258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4" name="Shape 622"/>
          <p:cNvSpPr/>
          <p:nvPr/>
        </p:nvSpPr>
        <p:spPr>
          <a:xfrm>
            <a:off x="7818120" y="1858314"/>
            <a:ext cx="50292" cy="337662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5" name="Shape 623"/>
          <p:cNvSpPr/>
          <p:nvPr/>
        </p:nvSpPr>
        <p:spPr>
          <a:xfrm>
            <a:off x="7863840" y="1839015"/>
            <a:ext cx="50292" cy="339592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6" name="Shape 624"/>
          <p:cNvSpPr/>
          <p:nvPr/>
        </p:nvSpPr>
        <p:spPr>
          <a:xfrm>
            <a:off x="7909560" y="1833703"/>
            <a:ext cx="50292" cy="340123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7" name="Shape 625"/>
          <p:cNvSpPr/>
          <p:nvPr/>
        </p:nvSpPr>
        <p:spPr>
          <a:xfrm>
            <a:off x="7955280" y="1834055"/>
            <a:ext cx="50292" cy="340088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8" name="Shape 626"/>
          <p:cNvSpPr/>
          <p:nvPr/>
        </p:nvSpPr>
        <p:spPr>
          <a:xfrm>
            <a:off x="8001000" y="1855955"/>
            <a:ext cx="50292" cy="337898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9" name="Shape 627"/>
          <p:cNvSpPr/>
          <p:nvPr/>
        </p:nvSpPr>
        <p:spPr>
          <a:xfrm>
            <a:off x="8046720" y="1884089"/>
            <a:ext cx="50292" cy="335085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0" name="Shape 628"/>
          <p:cNvSpPr/>
          <p:nvPr/>
        </p:nvSpPr>
        <p:spPr>
          <a:xfrm>
            <a:off x="8092440" y="1905103"/>
            <a:ext cx="50292" cy="332983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1" name="Shape 629"/>
          <p:cNvSpPr/>
          <p:nvPr/>
        </p:nvSpPr>
        <p:spPr>
          <a:xfrm>
            <a:off x="8138160" y="1945116"/>
            <a:ext cx="50292" cy="328982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2" name="Shape 630"/>
          <p:cNvSpPr/>
          <p:nvPr/>
        </p:nvSpPr>
        <p:spPr>
          <a:xfrm>
            <a:off x="8183880" y="1967235"/>
            <a:ext cx="50292" cy="326770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3" name="Shape 631"/>
          <p:cNvSpPr/>
          <p:nvPr/>
        </p:nvSpPr>
        <p:spPr>
          <a:xfrm>
            <a:off x="8229600" y="1940405"/>
            <a:ext cx="50292" cy="329453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4" name="Shape 632"/>
          <p:cNvSpPr/>
          <p:nvPr/>
        </p:nvSpPr>
        <p:spPr>
          <a:xfrm>
            <a:off x="8275320" y="1887172"/>
            <a:ext cx="50292" cy="334776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5" name="Shape 633"/>
          <p:cNvSpPr/>
          <p:nvPr/>
        </p:nvSpPr>
        <p:spPr>
          <a:xfrm>
            <a:off x="8321040" y="1846524"/>
            <a:ext cx="50292" cy="338841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6" name="Shape 634"/>
          <p:cNvSpPr/>
          <p:nvPr/>
        </p:nvSpPr>
        <p:spPr>
          <a:xfrm>
            <a:off x="8366760" y="1851032"/>
            <a:ext cx="50292" cy="338390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7" name="Shape 635"/>
          <p:cNvSpPr/>
          <p:nvPr/>
        </p:nvSpPr>
        <p:spPr>
          <a:xfrm>
            <a:off x="8412480" y="1889890"/>
            <a:ext cx="50292" cy="334505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8" name="Shape 636"/>
          <p:cNvSpPr/>
          <p:nvPr/>
        </p:nvSpPr>
        <p:spPr>
          <a:xfrm>
            <a:off x="8458200" y="1945677"/>
            <a:ext cx="50292" cy="328926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9" name="Shape 637"/>
          <p:cNvSpPr/>
          <p:nvPr/>
        </p:nvSpPr>
        <p:spPr>
          <a:xfrm>
            <a:off x="8503920" y="2022098"/>
            <a:ext cx="50292" cy="321284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0" name="Shape 638"/>
          <p:cNvSpPr/>
          <p:nvPr/>
        </p:nvSpPr>
        <p:spPr>
          <a:xfrm>
            <a:off x="8549640" y="2102226"/>
            <a:ext cx="50292" cy="313271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1" name="Shape 639"/>
          <p:cNvSpPr/>
          <p:nvPr/>
        </p:nvSpPr>
        <p:spPr>
          <a:xfrm>
            <a:off x="8595360" y="2142554"/>
            <a:ext cx="50292" cy="309238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2" name="Shape 640"/>
          <p:cNvSpPr/>
          <p:nvPr/>
        </p:nvSpPr>
        <p:spPr>
          <a:xfrm>
            <a:off x="8641080" y="2151797"/>
            <a:ext cx="50292" cy="308314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3" name="Shape 641"/>
          <p:cNvSpPr/>
          <p:nvPr/>
        </p:nvSpPr>
        <p:spPr>
          <a:xfrm>
            <a:off x="8686800" y="2182673"/>
            <a:ext cx="50292" cy="305226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4" name="Shape 642"/>
          <p:cNvSpPr/>
          <p:nvPr/>
        </p:nvSpPr>
        <p:spPr>
          <a:xfrm>
            <a:off x="8732520" y="2253811"/>
            <a:ext cx="50292" cy="298112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5" name="Shape 643"/>
          <p:cNvSpPr/>
          <p:nvPr/>
        </p:nvSpPr>
        <p:spPr>
          <a:xfrm>
            <a:off x="8778240" y="2314467"/>
            <a:ext cx="50292" cy="292047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6" name="Shape 644"/>
          <p:cNvSpPr/>
          <p:nvPr/>
        </p:nvSpPr>
        <p:spPr>
          <a:xfrm>
            <a:off x="8823960" y="2328942"/>
            <a:ext cx="50292" cy="290599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7" name="Shape 645"/>
          <p:cNvSpPr/>
          <p:nvPr/>
        </p:nvSpPr>
        <p:spPr>
          <a:xfrm>
            <a:off x="8869680" y="2311461"/>
            <a:ext cx="50292" cy="292347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8" name="Shape 646"/>
          <p:cNvSpPr/>
          <p:nvPr/>
        </p:nvSpPr>
        <p:spPr>
          <a:xfrm>
            <a:off x="8915400" y="2331744"/>
            <a:ext cx="50292" cy="290319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9" name="Shape 647"/>
          <p:cNvSpPr/>
          <p:nvPr/>
        </p:nvSpPr>
        <p:spPr>
          <a:xfrm>
            <a:off x="8961120" y="2404619"/>
            <a:ext cx="50292" cy="283032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0" name="Shape 648"/>
          <p:cNvSpPr/>
          <p:nvPr/>
        </p:nvSpPr>
        <p:spPr>
          <a:xfrm>
            <a:off x="9006840" y="2463755"/>
            <a:ext cx="50292" cy="277118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1" name="Shape 649"/>
          <p:cNvSpPr/>
          <p:nvPr/>
        </p:nvSpPr>
        <p:spPr>
          <a:xfrm>
            <a:off x="9052560" y="2488146"/>
            <a:ext cx="50292" cy="274679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2" name="Shape 650"/>
          <p:cNvSpPr/>
          <p:nvPr/>
        </p:nvSpPr>
        <p:spPr>
          <a:xfrm>
            <a:off x="9098280" y="2504371"/>
            <a:ext cx="50292" cy="273056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3" name="Shape 651"/>
          <p:cNvSpPr/>
          <p:nvPr/>
        </p:nvSpPr>
        <p:spPr>
          <a:xfrm>
            <a:off x="0" y="2629827"/>
            <a:ext cx="50292" cy="260511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4" name="Shape 652"/>
          <p:cNvSpPr/>
          <p:nvPr/>
        </p:nvSpPr>
        <p:spPr>
          <a:xfrm>
            <a:off x="45720" y="2663030"/>
            <a:ext cx="50292" cy="257191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5" name="Shape 653"/>
          <p:cNvSpPr/>
          <p:nvPr/>
        </p:nvSpPr>
        <p:spPr>
          <a:xfrm>
            <a:off x="91440" y="2682590"/>
            <a:ext cx="50292" cy="255235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6" name="Shape 654"/>
          <p:cNvSpPr/>
          <p:nvPr/>
        </p:nvSpPr>
        <p:spPr>
          <a:xfrm>
            <a:off x="137160" y="2668556"/>
            <a:ext cx="50292" cy="256638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7" name="Shape 655"/>
          <p:cNvSpPr/>
          <p:nvPr/>
        </p:nvSpPr>
        <p:spPr>
          <a:xfrm>
            <a:off x="182880" y="2622788"/>
            <a:ext cx="50292" cy="261215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8" name="Shape 656"/>
          <p:cNvSpPr/>
          <p:nvPr/>
        </p:nvSpPr>
        <p:spPr>
          <a:xfrm>
            <a:off x="228600" y="2545752"/>
            <a:ext cx="50292" cy="268918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9" name="Shape 657"/>
          <p:cNvSpPr/>
          <p:nvPr/>
        </p:nvSpPr>
        <p:spPr>
          <a:xfrm>
            <a:off x="274320" y="2441039"/>
            <a:ext cx="50292" cy="279390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0" name="Shape 658"/>
          <p:cNvSpPr/>
          <p:nvPr/>
        </p:nvSpPr>
        <p:spPr>
          <a:xfrm>
            <a:off x="320040" y="2368650"/>
            <a:ext cx="50292" cy="286629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1" name="Shape 659"/>
          <p:cNvSpPr/>
          <p:nvPr/>
        </p:nvSpPr>
        <p:spPr>
          <a:xfrm>
            <a:off x="365760" y="2394783"/>
            <a:ext cx="50292" cy="284015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2" name="Shape 660"/>
          <p:cNvSpPr/>
          <p:nvPr/>
        </p:nvSpPr>
        <p:spPr>
          <a:xfrm>
            <a:off x="411480" y="2421585"/>
            <a:ext cx="50292" cy="281335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3" name="Shape 661"/>
          <p:cNvSpPr/>
          <p:nvPr/>
        </p:nvSpPr>
        <p:spPr>
          <a:xfrm>
            <a:off x="457200" y="2406781"/>
            <a:ext cx="50292" cy="282815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4" name="Shape 662"/>
          <p:cNvSpPr/>
          <p:nvPr/>
        </p:nvSpPr>
        <p:spPr>
          <a:xfrm>
            <a:off x="502920" y="2408196"/>
            <a:ext cx="50292" cy="282674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5" name="Shape 663"/>
          <p:cNvSpPr/>
          <p:nvPr/>
        </p:nvSpPr>
        <p:spPr>
          <a:xfrm>
            <a:off x="548640" y="2435998"/>
            <a:ext cx="50292" cy="279894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6" name="Shape 664"/>
          <p:cNvSpPr/>
          <p:nvPr/>
        </p:nvSpPr>
        <p:spPr>
          <a:xfrm>
            <a:off x="594360" y="2485800"/>
            <a:ext cx="50292" cy="274914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7" name="Shape 665"/>
          <p:cNvSpPr/>
          <p:nvPr/>
        </p:nvSpPr>
        <p:spPr>
          <a:xfrm>
            <a:off x="640080" y="2532985"/>
            <a:ext cx="50292" cy="270195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8" name="Shape 666"/>
          <p:cNvSpPr/>
          <p:nvPr/>
        </p:nvSpPr>
        <p:spPr>
          <a:xfrm>
            <a:off x="685800" y="2534084"/>
            <a:ext cx="50292" cy="270085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9" name="Shape 667"/>
          <p:cNvSpPr/>
          <p:nvPr/>
        </p:nvSpPr>
        <p:spPr>
          <a:xfrm>
            <a:off x="731520" y="2488788"/>
            <a:ext cx="50292" cy="274615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0" name="Shape 668"/>
          <p:cNvSpPr/>
          <p:nvPr/>
        </p:nvSpPr>
        <p:spPr>
          <a:xfrm>
            <a:off x="777240" y="2453407"/>
            <a:ext cx="50292" cy="278153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1" name="Shape 669"/>
          <p:cNvSpPr/>
          <p:nvPr/>
        </p:nvSpPr>
        <p:spPr>
          <a:xfrm>
            <a:off x="822960" y="2452823"/>
            <a:ext cx="50292" cy="278211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2" name="Shape 670"/>
          <p:cNvSpPr/>
          <p:nvPr/>
        </p:nvSpPr>
        <p:spPr>
          <a:xfrm>
            <a:off x="868680" y="2467102"/>
            <a:ext cx="50292" cy="276783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3" name="Shape 671"/>
          <p:cNvSpPr/>
          <p:nvPr/>
        </p:nvSpPr>
        <p:spPr>
          <a:xfrm>
            <a:off x="914400" y="2508183"/>
            <a:ext cx="50292" cy="272675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4" name="Shape 672"/>
          <p:cNvSpPr/>
          <p:nvPr/>
        </p:nvSpPr>
        <p:spPr>
          <a:xfrm>
            <a:off x="960120" y="2555987"/>
            <a:ext cx="50292" cy="267895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5" name="Shape 673"/>
          <p:cNvSpPr/>
          <p:nvPr/>
        </p:nvSpPr>
        <p:spPr>
          <a:xfrm>
            <a:off x="1005840" y="2589817"/>
            <a:ext cx="50292" cy="264512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6" name="Shape 674"/>
          <p:cNvSpPr/>
          <p:nvPr/>
        </p:nvSpPr>
        <p:spPr>
          <a:xfrm>
            <a:off x="1051560" y="2632517"/>
            <a:ext cx="50292" cy="260242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7" name="Shape 675"/>
          <p:cNvSpPr/>
          <p:nvPr/>
        </p:nvSpPr>
        <p:spPr>
          <a:xfrm>
            <a:off x="1097280" y="2660438"/>
            <a:ext cx="50292" cy="257450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8" name="Shape 676"/>
          <p:cNvSpPr/>
          <p:nvPr/>
        </p:nvSpPr>
        <p:spPr>
          <a:xfrm>
            <a:off x="1143000" y="2645873"/>
            <a:ext cx="50292" cy="258906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9" name="Shape 677"/>
          <p:cNvSpPr/>
          <p:nvPr/>
        </p:nvSpPr>
        <p:spPr>
          <a:xfrm>
            <a:off x="1188720" y="2590901"/>
            <a:ext cx="50292" cy="264403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0" name="Shape 678"/>
          <p:cNvSpPr/>
          <p:nvPr/>
        </p:nvSpPr>
        <p:spPr>
          <a:xfrm>
            <a:off x="1234440" y="2500205"/>
            <a:ext cx="50292" cy="273473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1" name="Shape 679"/>
          <p:cNvSpPr/>
          <p:nvPr/>
        </p:nvSpPr>
        <p:spPr>
          <a:xfrm>
            <a:off x="1280160" y="2396535"/>
            <a:ext cx="50292" cy="283840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2" name="Shape 680"/>
          <p:cNvSpPr/>
          <p:nvPr/>
        </p:nvSpPr>
        <p:spPr>
          <a:xfrm>
            <a:off x="1325880" y="2350434"/>
            <a:ext cx="50292" cy="288450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3" name="Shape 681"/>
          <p:cNvSpPr/>
          <p:nvPr/>
        </p:nvSpPr>
        <p:spPr>
          <a:xfrm>
            <a:off x="1371600" y="2346580"/>
            <a:ext cx="50292" cy="288836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4" name="Shape 682"/>
          <p:cNvSpPr/>
          <p:nvPr/>
        </p:nvSpPr>
        <p:spPr>
          <a:xfrm>
            <a:off x="1417320" y="2323232"/>
            <a:ext cx="50292" cy="291170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5" name="Shape 683"/>
          <p:cNvSpPr/>
          <p:nvPr/>
        </p:nvSpPr>
        <p:spPr>
          <a:xfrm>
            <a:off x="1463040" y="2320100"/>
            <a:ext cx="50292" cy="291484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6" name="Shape 684"/>
          <p:cNvSpPr/>
          <p:nvPr/>
        </p:nvSpPr>
        <p:spPr>
          <a:xfrm>
            <a:off x="1508760" y="2372533"/>
            <a:ext cx="50292" cy="286240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7" name="Shape 685"/>
          <p:cNvSpPr/>
          <p:nvPr/>
        </p:nvSpPr>
        <p:spPr>
          <a:xfrm>
            <a:off x="1554480" y="2394296"/>
            <a:ext cx="50292" cy="284064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8" name="Shape 686"/>
          <p:cNvSpPr/>
          <p:nvPr/>
        </p:nvSpPr>
        <p:spPr>
          <a:xfrm>
            <a:off x="1600200" y="2372446"/>
            <a:ext cx="50292" cy="286249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9" name="Shape 687"/>
          <p:cNvSpPr/>
          <p:nvPr/>
        </p:nvSpPr>
        <p:spPr>
          <a:xfrm>
            <a:off x="1645920" y="2328228"/>
            <a:ext cx="50292" cy="290671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0" name="Shape 688"/>
          <p:cNvSpPr/>
          <p:nvPr/>
        </p:nvSpPr>
        <p:spPr>
          <a:xfrm>
            <a:off x="1691640" y="2281169"/>
            <a:ext cx="50292" cy="295377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1" name="Shape 689"/>
          <p:cNvSpPr/>
          <p:nvPr/>
        </p:nvSpPr>
        <p:spPr>
          <a:xfrm>
            <a:off x="1737360" y="2283653"/>
            <a:ext cx="50292" cy="295128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2" name="Shape 690"/>
          <p:cNvSpPr/>
          <p:nvPr/>
        </p:nvSpPr>
        <p:spPr>
          <a:xfrm>
            <a:off x="1783080" y="2269106"/>
            <a:ext cx="50292" cy="296583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3" name="Shape 691"/>
          <p:cNvSpPr/>
          <p:nvPr/>
        </p:nvSpPr>
        <p:spPr>
          <a:xfrm>
            <a:off x="1828800" y="2252155"/>
            <a:ext cx="50292" cy="298278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4" name="Shape 692"/>
          <p:cNvSpPr/>
          <p:nvPr/>
        </p:nvSpPr>
        <p:spPr>
          <a:xfrm>
            <a:off x="1874520" y="2266056"/>
            <a:ext cx="50292" cy="296888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5" name="Shape 693"/>
          <p:cNvSpPr/>
          <p:nvPr/>
        </p:nvSpPr>
        <p:spPr>
          <a:xfrm>
            <a:off x="1920240" y="2292115"/>
            <a:ext cx="50292" cy="294282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6" name="Shape 694"/>
          <p:cNvSpPr/>
          <p:nvPr/>
        </p:nvSpPr>
        <p:spPr>
          <a:xfrm>
            <a:off x="1965960" y="2323595"/>
            <a:ext cx="50292" cy="291134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7" name="Shape 695"/>
          <p:cNvSpPr/>
          <p:nvPr/>
        </p:nvSpPr>
        <p:spPr>
          <a:xfrm>
            <a:off x="2011680" y="2344983"/>
            <a:ext cx="50292" cy="288995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8" name="Shape 696"/>
          <p:cNvSpPr/>
          <p:nvPr/>
        </p:nvSpPr>
        <p:spPr>
          <a:xfrm>
            <a:off x="2057400" y="2387186"/>
            <a:ext cx="50292" cy="284775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9" name="Shape 697"/>
          <p:cNvSpPr/>
          <p:nvPr/>
        </p:nvSpPr>
        <p:spPr>
          <a:xfrm>
            <a:off x="2103120" y="2459733"/>
            <a:ext cx="50292" cy="277520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0" name="Shape 698"/>
          <p:cNvSpPr/>
          <p:nvPr/>
        </p:nvSpPr>
        <p:spPr>
          <a:xfrm>
            <a:off x="2148840" y="2514850"/>
            <a:ext cx="50292" cy="272009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1" name="Shape 699"/>
          <p:cNvSpPr/>
          <p:nvPr/>
        </p:nvSpPr>
        <p:spPr>
          <a:xfrm>
            <a:off x="2194560" y="2534469"/>
            <a:ext cx="50292" cy="270047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2" name="Shape 700"/>
          <p:cNvSpPr/>
          <p:nvPr/>
        </p:nvSpPr>
        <p:spPr>
          <a:xfrm>
            <a:off x="2240280" y="2523599"/>
            <a:ext cx="50292" cy="271134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3" name="Shape 701"/>
          <p:cNvSpPr/>
          <p:nvPr/>
        </p:nvSpPr>
        <p:spPr>
          <a:xfrm>
            <a:off x="2286000" y="2493962"/>
            <a:ext cx="50292" cy="274097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4" name="Shape 702"/>
          <p:cNvSpPr/>
          <p:nvPr/>
        </p:nvSpPr>
        <p:spPr>
          <a:xfrm>
            <a:off x="2331720" y="2460365"/>
            <a:ext cx="50292" cy="277457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5" name="Shape 703"/>
          <p:cNvSpPr/>
          <p:nvPr/>
        </p:nvSpPr>
        <p:spPr>
          <a:xfrm>
            <a:off x="2377440" y="2427119"/>
            <a:ext cx="50292" cy="280782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6" name="Shape 704"/>
          <p:cNvSpPr/>
          <p:nvPr/>
        </p:nvSpPr>
        <p:spPr>
          <a:xfrm>
            <a:off x="2423160" y="2412080"/>
            <a:ext cx="50292" cy="282286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7" name="Shape 705"/>
          <p:cNvSpPr/>
          <p:nvPr/>
        </p:nvSpPr>
        <p:spPr>
          <a:xfrm>
            <a:off x="2468880" y="2446108"/>
            <a:ext cx="50292" cy="278883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8" name="Shape 706"/>
          <p:cNvSpPr/>
          <p:nvPr/>
        </p:nvSpPr>
        <p:spPr>
          <a:xfrm>
            <a:off x="2514600" y="2458718"/>
            <a:ext cx="50292" cy="277622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9" name="Shape 707"/>
          <p:cNvSpPr/>
          <p:nvPr/>
        </p:nvSpPr>
        <p:spPr>
          <a:xfrm>
            <a:off x="2560320" y="2398381"/>
            <a:ext cx="50292" cy="283655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0" name="Shape 708"/>
          <p:cNvSpPr/>
          <p:nvPr/>
        </p:nvSpPr>
        <p:spPr>
          <a:xfrm>
            <a:off x="2606040" y="2349868"/>
            <a:ext cx="50292" cy="288507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1" name="Shape 709"/>
          <p:cNvSpPr/>
          <p:nvPr/>
        </p:nvSpPr>
        <p:spPr>
          <a:xfrm>
            <a:off x="2651760" y="2348702"/>
            <a:ext cx="50292" cy="288623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2" name="Shape 710"/>
          <p:cNvSpPr/>
          <p:nvPr/>
        </p:nvSpPr>
        <p:spPr>
          <a:xfrm>
            <a:off x="2697480" y="2356000"/>
            <a:ext cx="50292" cy="287894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3" name="Shape 711"/>
          <p:cNvSpPr/>
          <p:nvPr/>
        </p:nvSpPr>
        <p:spPr>
          <a:xfrm>
            <a:off x="2743200" y="2352649"/>
            <a:ext cx="50292" cy="288229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4" name="Shape 712"/>
          <p:cNvSpPr/>
          <p:nvPr/>
        </p:nvSpPr>
        <p:spPr>
          <a:xfrm>
            <a:off x="2788920" y="2367042"/>
            <a:ext cx="50292" cy="286789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5" name="Shape 713"/>
          <p:cNvSpPr/>
          <p:nvPr/>
        </p:nvSpPr>
        <p:spPr>
          <a:xfrm>
            <a:off x="2834640" y="2409840"/>
            <a:ext cx="50292" cy="282510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6" name="Shape 714"/>
          <p:cNvSpPr/>
          <p:nvPr/>
        </p:nvSpPr>
        <p:spPr>
          <a:xfrm>
            <a:off x="2880360" y="2480548"/>
            <a:ext cx="50292" cy="275439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7" name="Shape 715"/>
          <p:cNvSpPr/>
          <p:nvPr/>
        </p:nvSpPr>
        <p:spPr>
          <a:xfrm>
            <a:off x="2926080" y="2542137"/>
            <a:ext cx="50292" cy="269280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8" name="Shape 716"/>
          <p:cNvSpPr/>
          <p:nvPr/>
        </p:nvSpPr>
        <p:spPr>
          <a:xfrm>
            <a:off x="2971800" y="2534992"/>
            <a:ext cx="50292" cy="269994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9" name="Shape 717"/>
          <p:cNvSpPr/>
          <p:nvPr/>
        </p:nvSpPr>
        <p:spPr>
          <a:xfrm>
            <a:off x="3017520" y="2447109"/>
            <a:ext cx="50292" cy="278783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0" name="Shape 718"/>
          <p:cNvSpPr/>
          <p:nvPr/>
        </p:nvSpPr>
        <p:spPr>
          <a:xfrm>
            <a:off x="3063240" y="2361786"/>
            <a:ext cx="50292" cy="287315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1" name="Shape 719"/>
          <p:cNvSpPr/>
          <p:nvPr/>
        </p:nvSpPr>
        <p:spPr>
          <a:xfrm>
            <a:off x="3108960" y="2336988"/>
            <a:ext cx="50292" cy="289795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2" name="Shape 720"/>
          <p:cNvSpPr/>
          <p:nvPr/>
        </p:nvSpPr>
        <p:spPr>
          <a:xfrm>
            <a:off x="3154680" y="2331455"/>
            <a:ext cx="50292" cy="290348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3" name="Shape 721"/>
          <p:cNvSpPr/>
          <p:nvPr/>
        </p:nvSpPr>
        <p:spPr>
          <a:xfrm>
            <a:off x="3200400" y="2280538"/>
            <a:ext cx="50292" cy="295440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4" name="Shape 722"/>
          <p:cNvSpPr/>
          <p:nvPr/>
        </p:nvSpPr>
        <p:spPr>
          <a:xfrm>
            <a:off x="3246120" y="2226356"/>
            <a:ext cx="50292" cy="300858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5" name="Shape 723"/>
          <p:cNvSpPr/>
          <p:nvPr/>
        </p:nvSpPr>
        <p:spPr>
          <a:xfrm>
            <a:off x="3291840" y="2194915"/>
            <a:ext cx="50292" cy="304002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6" name="Shape 724"/>
          <p:cNvSpPr/>
          <p:nvPr/>
        </p:nvSpPr>
        <p:spPr>
          <a:xfrm>
            <a:off x="3337560" y="2129051"/>
            <a:ext cx="50292" cy="310588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7" name="Shape 725"/>
          <p:cNvSpPr/>
          <p:nvPr/>
        </p:nvSpPr>
        <p:spPr>
          <a:xfrm>
            <a:off x="3383280" y="2106558"/>
            <a:ext cx="50292" cy="312838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8" name="Shape 726"/>
          <p:cNvSpPr/>
          <p:nvPr/>
        </p:nvSpPr>
        <p:spPr>
          <a:xfrm>
            <a:off x="3429000" y="2113831"/>
            <a:ext cx="50292" cy="312110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9" name="Shape 727"/>
          <p:cNvSpPr/>
          <p:nvPr/>
        </p:nvSpPr>
        <p:spPr>
          <a:xfrm>
            <a:off x="3474720" y="2129698"/>
            <a:ext cx="50292" cy="310524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0" name="Shape 728"/>
          <p:cNvSpPr/>
          <p:nvPr/>
        </p:nvSpPr>
        <p:spPr>
          <a:xfrm>
            <a:off x="3520440" y="2207014"/>
            <a:ext cx="50292" cy="302792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1" name="Shape 729"/>
          <p:cNvSpPr/>
          <p:nvPr/>
        </p:nvSpPr>
        <p:spPr>
          <a:xfrm>
            <a:off x="3566160" y="2333418"/>
            <a:ext cx="50292" cy="290152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2" name="Shape 730"/>
          <p:cNvSpPr/>
          <p:nvPr/>
        </p:nvSpPr>
        <p:spPr>
          <a:xfrm>
            <a:off x="3611880" y="2445946"/>
            <a:ext cx="50292" cy="278899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3" name="Shape 731"/>
          <p:cNvSpPr/>
          <p:nvPr/>
        </p:nvSpPr>
        <p:spPr>
          <a:xfrm>
            <a:off x="3657600" y="2479406"/>
            <a:ext cx="50292" cy="275553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4" name="Shape 732"/>
          <p:cNvSpPr/>
          <p:nvPr/>
        </p:nvSpPr>
        <p:spPr>
          <a:xfrm>
            <a:off x="3703320" y="2485556"/>
            <a:ext cx="50292" cy="274938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5" name="Shape 733"/>
          <p:cNvSpPr/>
          <p:nvPr/>
        </p:nvSpPr>
        <p:spPr>
          <a:xfrm>
            <a:off x="3749040" y="2501678"/>
            <a:ext cx="50292" cy="273326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6" name="Shape 734"/>
          <p:cNvSpPr/>
          <p:nvPr/>
        </p:nvSpPr>
        <p:spPr>
          <a:xfrm>
            <a:off x="3794760" y="2507428"/>
            <a:ext cx="50292" cy="272751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7" name="Shape 735"/>
          <p:cNvSpPr/>
          <p:nvPr/>
        </p:nvSpPr>
        <p:spPr>
          <a:xfrm>
            <a:off x="3840480" y="2530259"/>
            <a:ext cx="50292" cy="270468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8" name="Shape 736"/>
          <p:cNvSpPr/>
          <p:nvPr/>
        </p:nvSpPr>
        <p:spPr>
          <a:xfrm>
            <a:off x="3886200" y="2569521"/>
            <a:ext cx="50292" cy="266541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9" name="Shape 737"/>
          <p:cNvSpPr/>
          <p:nvPr/>
        </p:nvSpPr>
        <p:spPr>
          <a:xfrm>
            <a:off x="3931920" y="2611575"/>
            <a:ext cx="50292" cy="262336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0" name="Shape 738"/>
          <p:cNvSpPr/>
          <p:nvPr/>
        </p:nvSpPr>
        <p:spPr>
          <a:xfrm>
            <a:off x="3977640" y="2653439"/>
            <a:ext cx="50292" cy="258150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1" name="Shape 739"/>
          <p:cNvSpPr/>
          <p:nvPr/>
        </p:nvSpPr>
        <p:spPr>
          <a:xfrm>
            <a:off x="4023360" y="2656080"/>
            <a:ext cx="50292" cy="257886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2" name="Shape 740"/>
          <p:cNvSpPr/>
          <p:nvPr/>
        </p:nvSpPr>
        <p:spPr>
          <a:xfrm>
            <a:off x="4069080" y="2617774"/>
            <a:ext cx="50292" cy="261716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3" name="Shape 741"/>
          <p:cNvSpPr/>
          <p:nvPr/>
        </p:nvSpPr>
        <p:spPr>
          <a:xfrm>
            <a:off x="4114800" y="2632847"/>
            <a:ext cx="50292" cy="260209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4" name="Shape 742"/>
          <p:cNvSpPr/>
          <p:nvPr/>
        </p:nvSpPr>
        <p:spPr>
          <a:xfrm>
            <a:off x="4160520" y="2695741"/>
            <a:ext cx="50292" cy="253919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5" name="Shape 743"/>
          <p:cNvSpPr/>
          <p:nvPr/>
        </p:nvSpPr>
        <p:spPr>
          <a:xfrm>
            <a:off x="4206240" y="2712646"/>
            <a:ext cx="50292" cy="252229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6" name="Shape 744"/>
          <p:cNvSpPr/>
          <p:nvPr/>
        </p:nvSpPr>
        <p:spPr>
          <a:xfrm>
            <a:off x="4251960" y="2709591"/>
            <a:ext cx="50292" cy="252534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7" name="Shape 745"/>
          <p:cNvSpPr/>
          <p:nvPr/>
        </p:nvSpPr>
        <p:spPr>
          <a:xfrm>
            <a:off x="4297680" y="2707375"/>
            <a:ext cx="50292" cy="252756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8" name="Shape 746"/>
          <p:cNvSpPr/>
          <p:nvPr/>
        </p:nvSpPr>
        <p:spPr>
          <a:xfrm>
            <a:off x="4343400" y="2653621"/>
            <a:ext cx="50292" cy="258131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9" name="Shape 747"/>
          <p:cNvSpPr/>
          <p:nvPr/>
        </p:nvSpPr>
        <p:spPr>
          <a:xfrm>
            <a:off x="4389120" y="2551009"/>
            <a:ext cx="50292" cy="268393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0" name="Shape 748"/>
          <p:cNvSpPr/>
          <p:nvPr/>
        </p:nvSpPr>
        <p:spPr>
          <a:xfrm>
            <a:off x="4434840" y="2486955"/>
            <a:ext cx="50292" cy="274798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1" name="Shape 749"/>
          <p:cNvSpPr/>
          <p:nvPr/>
        </p:nvSpPr>
        <p:spPr>
          <a:xfrm>
            <a:off x="4480560" y="2498950"/>
            <a:ext cx="50292" cy="273599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2" name="Shape 750"/>
          <p:cNvSpPr/>
          <p:nvPr/>
        </p:nvSpPr>
        <p:spPr>
          <a:xfrm>
            <a:off x="4526280" y="2557596"/>
            <a:ext cx="50292" cy="267734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3" name="Shape 751"/>
          <p:cNvSpPr/>
          <p:nvPr/>
        </p:nvSpPr>
        <p:spPr>
          <a:xfrm>
            <a:off x="4572000" y="2577461"/>
            <a:ext cx="50292" cy="265747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4" name="Shape 752"/>
          <p:cNvSpPr/>
          <p:nvPr/>
        </p:nvSpPr>
        <p:spPr>
          <a:xfrm>
            <a:off x="4617720" y="2542301"/>
            <a:ext cx="50292" cy="269263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5" name="Shape 753"/>
          <p:cNvSpPr/>
          <p:nvPr/>
        </p:nvSpPr>
        <p:spPr>
          <a:xfrm>
            <a:off x="4663440" y="2507781"/>
            <a:ext cx="50292" cy="272715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6" name="Shape 754"/>
          <p:cNvSpPr/>
          <p:nvPr/>
        </p:nvSpPr>
        <p:spPr>
          <a:xfrm>
            <a:off x="4709160" y="2480380"/>
            <a:ext cx="50292" cy="275456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7" name="Shape 755"/>
          <p:cNvSpPr/>
          <p:nvPr/>
        </p:nvSpPr>
        <p:spPr>
          <a:xfrm>
            <a:off x="4754880" y="2486700"/>
            <a:ext cx="50292" cy="274824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8" name="Shape 756"/>
          <p:cNvSpPr/>
          <p:nvPr/>
        </p:nvSpPr>
        <p:spPr>
          <a:xfrm>
            <a:off x="4800600" y="2520382"/>
            <a:ext cx="50292" cy="271455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9" name="Shape 757"/>
          <p:cNvSpPr/>
          <p:nvPr/>
        </p:nvSpPr>
        <p:spPr>
          <a:xfrm>
            <a:off x="4846320" y="2566277"/>
            <a:ext cx="50292" cy="266866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0" name="Shape 758"/>
          <p:cNvSpPr/>
          <p:nvPr/>
        </p:nvSpPr>
        <p:spPr>
          <a:xfrm>
            <a:off x="4892040" y="2649036"/>
            <a:ext cx="50292" cy="258590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1" name="Shape 759"/>
          <p:cNvSpPr/>
          <p:nvPr/>
        </p:nvSpPr>
        <p:spPr>
          <a:xfrm>
            <a:off x="4937760" y="2769735"/>
            <a:ext cx="50292" cy="246520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2" name="Shape 760"/>
          <p:cNvSpPr/>
          <p:nvPr/>
        </p:nvSpPr>
        <p:spPr>
          <a:xfrm>
            <a:off x="4983480" y="2868488"/>
            <a:ext cx="50292" cy="236645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3" name="Shape 761"/>
          <p:cNvSpPr/>
          <p:nvPr/>
        </p:nvSpPr>
        <p:spPr>
          <a:xfrm>
            <a:off x="5029200" y="2881174"/>
            <a:ext cx="50292" cy="235376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4" name="Shape 762"/>
          <p:cNvSpPr/>
          <p:nvPr/>
        </p:nvSpPr>
        <p:spPr>
          <a:xfrm>
            <a:off x="5074920" y="2820295"/>
            <a:ext cx="50292" cy="241464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5" name="Shape 763"/>
          <p:cNvSpPr/>
          <p:nvPr/>
        </p:nvSpPr>
        <p:spPr>
          <a:xfrm>
            <a:off x="5120640" y="2733095"/>
            <a:ext cx="50292" cy="250184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6" name="Shape 764"/>
          <p:cNvSpPr/>
          <p:nvPr/>
        </p:nvSpPr>
        <p:spPr>
          <a:xfrm>
            <a:off x="5166360" y="2650958"/>
            <a:ext cx="50292" cy="258398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7" name="Shape 765"/>
          <p:cNvSpPr/>
          <p:nvPr/>
        </p:nvSpPr>
        <p:spPr>
          <a:xfrm>
            <a:off x="5212080" y="2579615"/>
            <a:ext cx="50292" cy="265532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8" name="Shape 766"/>
          <p:cNvSpPr/>
          <p:nvPr/>
        </p:nvSpPr>
        <p:spPr>
          <a:xfrm>
            <a:off x="5257800" y="2531724"/>
            <a:ext cx="50292" cy="270321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9" name="Shape 767"/>
          <p:cNvSpPr/>
          <p:nvPr/>
        </p:nvSpPr>
        <p:spPr>
          <a:xfrm>
            <a:off x="5303520" y="2487479"/>
            <a:ext cx="50292" cy="274746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0" name="Shape 768"/>
          <p:cNvSpPr/>
          <p:nvPr/>
        </p:nvSpPr>
        <p:spPr>
          <a:xfrm>
            <a:off x="5349240" y="2452084"/>
            <a:ext cx="50292" cy="278285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1" name="Shape 769"/>
          <p:cNvSpPr/>
          <p:nvPr/>
        </p:nvSpPr>
        <p:spPr>
          <a:xfrm>
            <a:off x="5394960" y="2485841"/>
            <a:ext cx="50292" cy="274909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2" name="Shape 770"/>
          <p:cNvSpPr/>
          <p:nvPr/>
        </p:nvSpPr>
        <p:spPr>
          <a:xfrm>
            <a:off x="5440680" y="2573988"/>
            <a:ext cx="50292" cy="266095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3" name="Shape 771"/>
          <p:cNvSpPr/>
          <p:nvPr/>
        </p:nvSpPr>
        <p:spPr>
          <a:xfrm>
            <a:off x="5486400" y="2626604"/>
            <a:ext cx="50292" cy="260833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4" name="Shape 772"/>
          <p:cNvSpPr/>
          <p:nvPr/>
        </p:nvSpPr>
        <p:spPr>
          <a:xfrm>
            <a:off x="5532120" y="2653601"/>
            <a:ext cx="50292" cy="258133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5" name="Shape 773"/>
          <p:cNvSpPr/>
          <p:nvPr/>
        </p:nvSpPr>
        <p:spPr>
          <a:xfrm>
            <a:off x="5577840" y="2694154"/>
            <a:ext cx="50292" cy="254078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6" name="Shape 774"/>
          <p:cNvSpPr/>
          <p:nvPr/>
        </p:nvSpPr>
        <p:spPr>
          <a:xfrm>
            <a:off x="5623560" y="2707193"/>
            <a:ext cx="50292" cy="252774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7" name="Shape 775"/>
          <p:cNvSpPr/>
          <p:nvPr/>
        </p:nvSpPr>
        <p:spPr>
          <a:xfrm>
            <a:off x="5669280" y="2689528"/>
            <a:ext cx="50292" cy="254541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8" name="Shape 776"/>
          <p:cNvSpPr/>
          <p:nvPr/>
        </p:nvSpPr>
        <p:spPr>
          <a:xfrm>
            <a:off x="5715000" y="2679077"/>
            <a:ext cx="50292" cy="255586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9" name="Shape 777"/>
          <p:cNvSpPr/>
          <p:nvPr/>
        </p:nvSpPr>
        <p:spPr>
          <a:xfrm>
            <a:off x="5760720" y="2648078"/>
            <a:ext cx="50292" cy="258686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0" name="Shape 778"/>
          <p:cNvSpPr/>
          <p:nvPr/>
        </p:nvSpPr>
        <p:spPr>
          <a:xfrm>
            <a:off x="5806440" y="2586510"/>
            <a:ext cx="50292" cy="264843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1" name="Shape 779"/>
          <p:cNvSpPr/>
          <p:nvPr/>
        </p:nvSpPr>
        <p:spPr>
          <a:xfrm>
            <a:off x="5852160" y="2538551"/>
            <a:ext cx="50292" cy="269638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2" name="Shape 780"/>
          <p:cNvSpPr/>
          <p:nvPr/>
        </p:nvSpPr>
        <p:spPr>
          <a:xfrm>
            <a:off x="5897880" y="2505279"/>
            <a:ext cx="50292" cy="272966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3" name="Shape 781"/>
          <p:cNvSpPr/>
          <p:nvPr/>
        </p:nvSpPr>
        <p:spPr>
          <a:xfrm>
            <a:off x="5943600" y="2528227"/>
            <a:ext cx="50292" cy="270671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4" name="Shape 782"/>
          <p:cNvSpPr/>
          <p:nvPr/>
        </p:nvSpPr>
        <p:spPr>
          <a:xfrm>
            <a:off x="5989320" y="2608431"/>
            <a:ext cx="50292" cy="262650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5" name="Shape 783"/>
          <p:cNvSpPr/>
          <p:nvPr/>
        </p:nvSpPr>
        <p:spPr>
          <a:xfrm>
            <a:off x="6035040" y="2660774"/>
            <a:ext cx="50292" cy="257416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6" name="Shape 784"/>
          <p:cNvSpPr/>
          <p:nvPr/>
        </p:nvSpPr>
        <p:spPr>
          <a:xfrm>
            <a:off x="6080760" y="2647939"/>
            <a:ext cx="50292" cy="258700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7" name="Shape 785"/>
          <p:cNvSpPr/>
          <p:nvPr/>
        </p:nvSpPr>
        <p:spPr>
          <a:xfrm>
            <a:off x="6126480" y="2629718"/>
            <a:ext cx="50292" cy="260522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8" name="Shape 786"/>
          <p:cNvSpPr/>
          <p:nvPr/>
        </p:nvSpPr>
        <p:spPr>
          <a:xfrm>
            <a:off x="6172200" y="2641044"/>
            <a:ext cx="50292" cy="259389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9" name="Shape 787"/>
          <p:cNvSpPr/>
          <p:nvPr/>
        </p:nvSpPr>
        <p:spPr>
          <a:xfrm>
            <a:off x="6217920" y="2664207"/>
            <a:ext cx="50292" cy="257073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0" name="Shape 788"/>
          <p:cNvSpPr/>
          <p:nvPr/>
        </p:nvSpPr>
        <p:spPr>
          <a:xfrm>
            <a:off x="6263640" y="2697322"/>
            <a:ext cx="50292" cy="253761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1" name="Shape 789"/>
          <p:cNvSpPr/>
          <p:nvPr/>
        </p:nvSpPr>
        <p:spPr>
          <a:xfrm>
            <a:off x="6309360" y="2742038"/>
            <a:ext cx="50292" cy="249290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2" name="Shape 790"/>
          <p:cNvSpPr/>
          <p:nvPr/>
        </p:nvSpPr>
        <p:spPr>
          <a:xfrm>
            <a:off x="6355080" y="2792238"/>
            <a:ext cx="50292" cy="244270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3" name="Shape 791"/>
          <p:cNvSpPr/>
          <p:nvPr/>
        </p:nvSpPr>
        <p:spPr>
          <a:xfrm>
            <a:off x="6400800" y="2776719"/>
            <a:ext cx="50292" cy="245822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4" name="Shape 792"/>
          <p:cNvSpPr/>
          <p:nvPr/>
        </p:nvSpPr>
        <p:spPr>
          <a:xfrm>
            <a:off x="6446520" y="2713143"/>
            <a:ext cx="50292" cy="252179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5" name="Shape 793"/>
          <p:cNvSpPr/>
          <p:nvPr/>
        </p:nvSpPr>
        <p:spPr>
          <a:xfrm>
            <a:off x="6492240" y="2680316"/>
            <a:ext cx="50292" cy="255462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6" name="Shape 794"/>
          <p:cNvSpPr/>
          <p:nvPr/>
        </p:nvSpPr>
        <p:spPr>
          <a:xfrm>
            <a:off x="6537960" y="2671162"/>
            <a:ext cx="50292" cy="256377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7" name="Shape 795"/>
          <p:cNvSpPr/>
          <p:nvPr/>
        </p:nvSpPr>
        <p:spPr>
          <a:xfrm>
            <a:off x="6583680" y="2674951"/>
            <a:ext cx="50292" cy="255998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8" name="Shape 796"/>
          <p:cNvSpPr/>
          <p:nvPr/>
        </p:nvSpPr>
        <p:spPr>
          <a:xfrm>
            <a:off x="6629400" y="2716506"/>
            <a:ext cx="50292" cy="251843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9" name="Shape 797"/>
          <p:cNvSpPr/>
          <p:nvPr/>
        </p:nvSpPr>
        <p:spPr>
          <a:xfrm>
            <a:off x="6675120" y="2780062"/>
            <a:ext cx="50292" cy="245487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0" name="Shape 798"/>
          <p:cNvSpPr/>
          <p:nvPr/>
        </p:nvSpPr>
        <p:spPr>
          <a:xfrm>
            <a:off x="6720840" y="2846875"/>
            <a:ext cx="50292" cy="238806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1" name="Shape 799"/>
          <p:cNvSpPr/>
          <p:nvPr/>
        </p:nvSpPr>
        <p:spPr>
          <a:xfrm>
            <a:off x="6766560" y="2942547"/>
            <a:ext cx="50292" cy="229239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2" name="Shape 800"/>
          <p:cNvSpPr/>
          <p:nvPr/>
        </p:nvSpPr>
        <p:spPr>
          <a:xfrm>
            <a:off x="6812280" y="2997516"/>
            <a:ext cx="50292" cy="223742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3" name="Shape 801"/>
          <p:cNvSpPr/>
          <p:nvPr/>
        </p:nvSpPr>
        <p:spPr>
          <a:xfrm>
            <a:off x="6858000" y="2951300"/>
            <a:ext cx="50292" cy="228364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4" name="Shape 802"/>
          <p:cNvSpPr/>
          <p:nvPr/>
        </p:nvSpPr>
        <p:spPr>
          <a:xfrm>
            <a:off x="6903720" y="2830072"/>
            <a:ext cx="50292" cy="240486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5" name="Shape 803"/>
          <p:cNvSpPr/>
          <p:nvPr/>
        </p:nvSpPr>
        <p:spPr>
          <a:xfrm>
            <a:off x="6949440" y="2698109"/>
            <a:ext cx="50292" cy="253683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6" name="Shape 804"/>
          <p:cNvSpPr/>
          <p:nvPr/>
        </p:nvSpPr>
        <p:spPr>
          <a:xfrm>
            <a:off x="6995160" y="2619937"/>
            <a:ext cx="50292" cy="261500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7" name="Shape 805"/>
          <p:cNvSpPr/>
          <p:nvPr/>
        </p:nvSpPr>
        <p:spPr>
          <a:xfrm>
            <a:off x="7040880" y="2596084"/>
            <a:ext cx="50292" cy="263885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8" name="Shape 806"/>
          <p:cNvSpPr/>
          <p:nvPr/>
        </p:nvSpPr>
        <p:spPr>
          <a:xfrm>
            <a:off x="7086600" y="2606850"/>
            <a:ext cx="50292" cy="262809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9" name="Shape 807"/>
          <p:cNvSpPr/>
          <p:nvPr/>
        </p:nvSpPr>
        <p:spPr>
          <a:xfrm>
            <a:off x="7132320" y="2650507"/>
            <a:ext cx="50292" cy="258443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0" name="Shape 808"/>
          <p:cNvSpPr/>
          <p:nvPr/>
        </p:nvSpPr>
        <p:spPr>
          <a:xfrm>
            <a:off x="7178040" y="2695984"/>
            <a:ext cx="50292" cy="253895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1" name="Shape 809"/>
          <p:cNvSpPr/>
          <p:nvPr/>
        </p:nvSpPr>
        <p:spPr>
          <a:xfrm>
            <a:off x="7223760" y="2679073"/>
            <a:ext cx="50292" cy="255586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2" name="Shape 810"/>
          <p:cNvSpPr/>
          <p:nvPr/>
        </p:nvSpPr>
        <p:spPr>
          <a:xfrm>
            <a:off x="7269480" y="2605703"/>
            <a:ext cx="50292" cy="262923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3" name="Shape 811"/>
          <p:cNvSpPr/>
          <p:nvPr/>
        </p:nvSpPr>
        <p:spPr>
          <a:xfrm>
            <a:off x="7315200" y="2544798"/>
            <a:ext cx="50292" cy="269014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4" name="Shape 812"/>
          <p:cNvSpPr/>
          <p:nvPr/>
        </p:nvSpPr>
        <p:spPr>
          <a:xfrm>
            <a:off x="7360920" y="2535032"/>
            <a:ext cx="50292" cy="269990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5" name="Shape 813"/>
          <p:cNvSpPr/>
          <p:nvPr/>
        </p:nvSpPr>
        <p:spPr>
          <a:xfrm>
            <a:off x="7406640" y="2531694"/>
            <a:ext cx="50292" cy="270324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6" name="Shape 814"/>
          <p:cNvSpPr/>
          <p:nvPr/>
        </p:nvSpPr>
        <p:spPr>
          <a:xfrm>
            <a:off x="7452360" y="2488361"/>
            <a:ext cx="50292" cy="274657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7" name="Shape 815"/>
          <p:cNvSpPr/>
          <p:nvPr/>
        </p:nvSpPr>
        <p:spPr>
          <a:xfrm>
            <a:off x="7498080" y="2410862"/>
            <a:ext cx="50292" cy="282407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8" name="Shape 816"/>
          <p:cNvSpPr/>
          <p:nvPr/>
        </p:nvSpPr>
        <p:spPr>
          <a:xfrm>
            <a:off x="7543800" y="2389189"/>
            <a:ext cx="50292" cy="284575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9" name="Shape 817"/>
          <p:cNvSpPr/>
          <p:nvPr/>
        </p:nvSpPr>
        <p:spPr>
          <a:xfrm>
            <a:off x="7589520" y="2452970"/>
            <a:ext cx="50292" cy="278197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0" name="Shape 818"/>
          <p:cNvSpPr/>
          <p:nvPr/>
        </p:nvSpPr>
        <p:spPr>
          <a:xfrm>
            <a:off x="7635240" y="2510639"/>
            <a:ext cx="50292" cy="272430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1" name="Shape 819"/>
          <p:cNvSpPr/>
          <p:nvPr/>
        </p:nvSpPr>
        <p:spPr>
          <a:xfrm>
            <a:off x="7680960" y="2514148"/>
            <a:ext cx="50292" cy="272079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2" name="Shape 820"/>
          <p:cNvSpPr/>
          <p:nvPr/>
        </p:nvSpPr>
        <p:spPr>
          <a:xfrm>
            <a:off x="7726680" y="2496718"/>
            <a:ext cx="50292" cy="273822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3" name="Shape 821"/>
          <p:cNvSpPr/>
          <p:nvPr/>
        </p:nvSpPr>
        <p:spPr>
          <a:xfrm>
            <a:off x="7772400" y="2470569"/>
            <a:ext cx="50292" cy="276437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4" name="Shape 822"/>
          <p:cNvSpPr/>
          <p:nvPr/>
        </p:nvSpPr>
        <p:spPr>
          <a:xfrm>
            <a:off x="7818120" y="2459922"/>
            <a:ext cx="50292" cy="277501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5" name="Shape 823"/>
          <p:cNvSpPr/>
          <p:nvPr/>
        </p:nvSpPr>
        <p:spPr>
          <a:xfrm>
            <a:off x="7863840" y="2487801"/>
            <a:ext cx="50292" cy="274713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6" name="Shape 824"/>
          <p:cNvSpPr/>
          <p:nvPr/>
        </p:nvSpPr>
        <p:spPr>
          <a:xfrm>
            <a:off x="7909560" y="2520921"/>
            <a:ext cx="50292" cy="271401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7" name="Shape 825"/>
          <p:cNvSpPr/>
          <p:nvPr/>
        </p:nvSpPr>
        <p:spPr>
          <a:xfrm>
            <a:off x="7955280" y="2541244"/>
            <a:ext cx="50292" cy="269369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8" name="Shape 826"/>
          <p:cNvSpPr/>
          <p:nvPr/>
        </p:nvSpPr>
        <p:spPr>
          <a:xfrm>
            <a:off x="8001000" y="2525717"/>
            <a:ext cx="50292" cy="270922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9" name="Shape 827"/>
          <p:cNvSpPr/>
          <p:nvPr/>
        </p:nvSpPr>
        <p:spPr>
          <a:xfrm>
            <a:off x="8046720" y="2522206"/>
            <a:ext cx="50292" cy="271273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0" name="Shape 828"/>
          <p:cNvSpPr/>
          <p:nvPr/>
        </p:nvSpPr>
        <p:spPr>
          <a:xfrm>
            <a:off x="8092440" y="2541558"/>
            <a:ext cx="50292" cy="269338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1" name="Shape 829"/>
          <p:cNvSpPr/>
          <p:nvPr/>
        </p:nvSpPr>
        <p:spPr>
          <a:xfrm>
            <a:off x="8138160" y="2519535"/>
            <a:ext cx="50292" cy="271540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2" name="Shape 830"/>
          <p:cNvSpPr/>
          <p:nvPr/>
        </p:nvSpPr>
        <p:spPr>
          <a:xfrm>
            <a:off x="8183880" y="2465890"/>
            <a:ext cx="50292" cy="276905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3" name="Shape 831"/>
          <p:cNvSpPr/>
          <p:nvPr/>
        </p:nvSpPr>
        <p:spPr>
          <a:xfrm>
            <a:off x="8229600" y="2406342"/>
            <a:ext cx="50292" cy="282859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4" name="Shape 832"/>
          <p:cNvSpPr/>
          <p:nvPr/>
        </p:nvSpPr>
        <p:spPr>
          <a:xfrm>
            <a:off x="8275320" y="2372505"/>
            <a:ext cx="50292" cy="286243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5" name="Shape 833"/>
          <p:cNvSpPr/>
          <p:nvPr/>
        </p:nvSpPr>
        <p:spPr>
          <a:xfrm>
            <a:off x="8321040" y="2343627"/>
            <a:ext cx="50292" cy="289131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6" name="Shape 834"/>
          <p:cNvSpPr/>
          <p:nvPr/>
        </p:nvSpPr>
        <p:spPr>
          <a:xfrm>
            <a:off x="8366760" y="2281609"/>
            <a:ext cx="50292" cy="295333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7" name="Shape 835"/>
          <p:cNvSpPr/>
          <p:nvPr/>
        </p:nvSpPr>
        <p:spPr>
          <a:xfrm>
            <a:off x="8412480" y="2211603"/>
            <a:ext cx="50292" cy="302333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8" name="Shape 836"/>
          <p:cNvSpPr/>
          <p:nvPr/>
        </p:nvSpPr>
        <p:spPr>
          <a:xfrm>
            <a:off x="8458200" y="2212707"/>
            <a:ext cx="50292" cy="302223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9" name="Shape 837"/>
          <p:cNvSpPr/>
          <p:nvPr/>
        </p:nvSpPr>
        <p:spPr>
          <a:xfrm>
            <a:off x="8503920" y="2277563"/>
            <a:ext cx="50292" cy="295737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0" name="Shape 838"/>
          <p:cNvSpPr/>
          <p:nvPr/>
        </p:nvSpPr>
        <p:spPr>
          <a:xfrm>
            <a:off x="8549640" y="2336725"/>
            <a:ext cx="50292" cy="289821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1" name="Shape 839"/>
          <p:cNvSpPr/>
          <p:nvPr/>
        </p:nvSpPr>
        <p:spPr>
          <a:xfrm>
            <a:off x="8595360" y="2402728"/>
            <a:ext cx="50292" cy="283221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2" name="Shape 840"/>
          <p:cNvSpPr/>
          <p:nvPr/>
        </p:nvSpPr>
        <p:spPr>
          <a:xfrm>
            <a:off x="8641080" y="2453325"/>
            <a:ext cx="50292" cy="278161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3" name="Shape 841"/>
          <p:cNvSpPr/>
          <p:nvPr/>
        </p:nvSpPr>
        <p:spPr>
          <a:xfrm>
            <a:off x="8686800" y="2437717"/>
            <a:ext cx="50292" cy="279722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4" name="Shape 842"/>
          <p:cNvSpPr/>
          <p:nvPr/>
        </p:nvSpPr>
        <p:spPr>
          <a:xfrm>
            <a:off x="8732520" y="2381827"/>
            <a:ext cx="50292" cy="285311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5" name="Shape 843"/>
          <p:cNvSpPr/>
          <p:nvPr/>
        </p:nvSpPr>
        <p:spPr>
          <a:xfrm>
            <a:off x="8778240" y="2348291"/>
            <a:ext cx="50292" cy="288664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6" name="Shape 844"/>
          <p:cNvSpPr/>
          <p:nvPr/>
        </p:nvSpPr>
        <p:spPr>
          <a:xfrm>
            <a:off x="8823960" y="2347778"/>
            <a:ext cx="50292" cy="288716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7" name="Shape 845"/>
          <p:cNvSpPr/>
          <p:nvPr/>
        </p:nvSpPr>
        <p:spPr>
          <a:xfrm>
            <a:off x="8869680" y="2372492"/>
            <a:ext cx="50292" cy="286244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8" name="Shape 846"/>
          <p:cNvSpPr/>
          <p:nvPr/>
        </p:nvSpPr>
        <p:spPr>
          <a:xfrm>
            <a:off x="8915400" y="2368429"/>
            <a:ext cx="50292" cy="286651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9" name="Shape 847"/>
          <p:cNvSpPr/>
          <p:nvPr/>
        </p:nvSpPr>
        <p:spPr>
          <a:xfrm>
            <a:off x="8961120" y="2351356"/>
            <a:ext cx="50292" cy="288358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0" name="Shape 848"/>
          <p:cNvSpPr/>
          <p:nvPr/>
        </p:nvSpPr>
        <p:spPr>
          <a:xfrm>
            <a:off x="9006840" y="2357163"/>
            <a:ext cx="50292" cy="287777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1" name="Shape 849"/>
          <p:cNvSpPr/>
          <p:nvPr/>
        </p:nvSpPr>
        <p:spPr>
          <a:xfrm>
            <a:off x="9052560" y="2346790"/>
            <a:ext cx="50292" cy="288815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2" name="Shape 850"/>
          <p:cNvSpPr/>
          <p:nvPr/>
        </p:nvSpPr>
        <p:spPr>
          <a:xfrm>
            <a:off x="9098280" y="2329089"/>
            <a:ext cx="50292" cy="290585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3" name="Shape 851"/>
          <p:cNvSpPr/>
          <p:nvPr/>
        </p:nvSpPr>
        <p:spPr>
          <a:xfrm>
            <a:off x="0" y="3378609"/>
            <a:ext cx="50292" cy="185633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4" name="Shape 852"/>
          <p:cNvSpPr/>
          <p:nvPr/>
        </p:nvSpPr>
        <p:spPr>
          <a:xfrm>
            <a:off x="45720" y="3370339"/>
            <a:ext cx="50292" cy="186460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5" name="Shape 853"/>
          <p:cNvSpPr/>
          <p:nvPr/>
        </p:nvSpPr>
        <p:spPr>
          <a:xfrm>
            <a:off x="91440" y="3379985"/>
            <a:ext cx="50292" cy="185495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6" name="Shape 854"/>
          <p:cNvSpPr/>
          <p:nvPr/>
        </p:nvSpPr>
        <p:spPr>
          <a:xfrm>
            <a:off x="137160" y="3454074"/>
            <a:ext cx="50292" cy="178086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7" name="Shape 855"/>
          <p:cNvSpPr/>
          <p:nvPr/>
        </p:nvSpPr>
        <p:spPr>
          <a:xfrm>
            <a:off x="182880" y="3515235"/>
            <a:ext cx="50292" cy="171970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8" name="Shape 856"/>
          <p:cNvSpPr/>
          <p:nvPr/>
        </p:nvSpPr>
        <p:spPr>
          <a:xfrm>
            <a:off x="228600" y="3546325"/>
            <a:ext cx="50292" cy="168861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9" name="Shape 857"/>
          <p:cNvSpPr/>
          <p:nvPr/>
        </p:nvSpPr>
        <p:spPr>
          <a:xfrm>
            <a:off x="274320" y="3546369"/>
            <a:ext cx="50292" cy="168857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0" name="Shape 858"/>
          <p:cNvSpPr/>
          <p:nvPr/>
        </p:nvSpPr>
        <p:spPr>
          <a:xfrm>
            <a:off x="320040" y="3518134"/>
            <a:ext cx="50292" cy="171680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1" name="Shape 859"/>
          <p:cNvSpPr/>
          <p:nvPr/>
        </p:nvSpPr>
        <p:spPr>
          <a:xfrm>
            <a:off x="365760" y="3528909"/>
            <a:ext cx="50292" cy="170603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2" name="Shape 860"/>
          <p:cNvSpPr/>
          <p:nvPr/>
        </p:nvSpPr>
        <p:spPr>
          <a:xfrm>
            <a:off x="411480" y="3519910"/>
            <a:ext cx="50292" cy="171503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3" name="Shape 861"/>
          <p:cNvSpPr/>
          <p:nvPr/>
        </p:nvSpPr>
        <p:spPr>
          <a:xfrm>
            <a:off x="457200" y="3506945"/>
            <a:ext cx="50292" cy="172799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4" name="Shape 862"/>
          <p:cNvSpPr/>
          <p:nvPr/>
        </p:nvSpPr>
        <p:spPr>
          <a:xfrm>
            <a:off x="502920" y="3524090"/>
            <a:ext cx="50292" cy="171085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5" name="Shape 863"/>
          <p:cNvSpPr/>
          <p:nvPr/>
        </p:nvSpPr>
        <p:spPr>
          <a:xfrm>
            <a:off x="548640" y="3547157"/>
            <a:ext cx="50292" cy="168778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6" name="Shape 864"/>
          <p:cNvSpPr/>
          <p:nvPr/>
        </p:nvSpPr>
        <p:spPr>
          <a:xfrm>
            <a:off x="594360" y="3558917"/>
            <a:ext cx="50292" cy="167602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7" name="Shape 865"/>
          <p:cNvSpPr/>
          <p:nvPr/>
        </p:nvSpPr>
        <p:spPr>
          <a:xfrm>
            <a:off x="640080" y="3539273"/>
            <a:ext cx="50292" cy="169566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8" name="Shape 866"/>
          <p:cNvSpPr/>
          <p:nvPr/>
        </p:nvSpPr>
        <p:spPr>
          <a:xfrm>
            <a:off x="685800" y="3530884"/>
            <a:ext cx="50292" cy="170405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9" name="Shape 867"/>
          <p:cNvSpPr/>
          <p:nvPr/>
        </p:nvSpPr>
        <p:spPr>
          <a:xfrm>
            <a:off x="731520" y="3553625"/>
            <a:ext cx="50292" cy="168131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0" name="Shape 868"/>
          <p:cNvSpPr/>
          <p:nvPr/>
        </p:nvSpPr>
        <p:spPr>
          <a:xfrm>
            <a:off x="777240" y="3555143"/>
            <a:ext cx="50292" cy="167979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1" name="Shape 869"/>
          <p:cNvSpPr/>
          <p:nvPr/>
        </p:nvSpPr>
        <p:spPr>
          <a:xfrm>
            <a:off x="822960" y="3513796"/>
            <a:ext cx="50292" cy="172114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2" name="Shape 870"/>
          <p:cNvSpPr/>
          <p:nvPr/>
        </p:nvSpPr>
        <p:spPr>
          <a:xfrm>
            <a:off x="868680" y="3444865"/>
            <a:ext cx="50292" cy="179007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3" name="Shape 871"/>
          <p:cNvSpPr/>
          <p:nvPr/>
        </p:nvSpPr>
        <p:spPr>
          <a:xfrm>
            <a:off x="914400" y="3374931"/>
            <a:ext cx="50292" cy="186000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4" name="Shape 872"/>
          <p:cNvSpPr/>
          <p:nvPr/>
        </p:nvSpPr>
        <p:spPr>
          <a:xfrm>
            <a:off x="960120" y="3324620"/>
            <a:ext cx="50292" cy="191032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5" name="Shape 873"/>
          <p:cNvSpPr/>
          <p:nvPr/>
        </p:nvSpPr>
        <p:spPr>
          <a:xfrm>
            <a:off x="1005840" y="3292159"/>
            <a:ext cx="50292" cy="194278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6" name="Shape 874"/>
          <p:cNvSpPr/>
          <p:nvPr/>
        </p:nvSpPr>
        <p:spPr>
          <a:xfrm>
            <a:off x="1051560" y="3280628"/>
            <a:ext cx="50292" cy="195431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7" name="Shape 875"/>
          <p:cNvSpPr/>
          <p:nvPr/>
        </p:nvSpPr>
        <p:spPr>
          <a:xfrm>
            <a:off x="1097280" y="3309282"/>
            <a:ext cx="50292" cy="192565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8" name="Shape 876"/>
          <p:cNvSpPr/>
          <p:nvPr/>
        </p:nvSpPr>
        <p:spPr>
          <a:xfrm>
            <a:off x="1143000" y="3308303"/>
            <a:ext cx="50292" cy="192663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9" name="Shape 877"/>
          <p:cNvSpPr/>
          <p:nvPr/>
        </p:nvSpPr>
        <p:spPr>
          <a:xfrm>
            <a:off x="1188720" y="3240517"/>
            <a:ext cx="50292" cy="199442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0" name="Shape 878"/>
          <p:cNvSpPr/>
          <p:nvPr/>
        </p:nvSpPr>
        <p:spPr>
          <a:xfrm>
            <a:off x="1234440" y="3201643"/>
            <a:ext cx="50292" cy="203329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1" name="Shape 879"/>
          <p:cNvSpPr/>
          <p:nvPr/>
        </p:nvSpPr>
        <p:spPr>
          <a:xfrm>
            <a:off x="1280160" y="3225176"/>
            <a:ext cx="50292" cy="200976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2" name="Shape 880"/>
          <p:cNvSpPr/>
          <p:nvPr/>
        </p:nvSpPr>
        <p:spPr>
          <a:xfrm>
            <a:off x="1325880" y="3268056"/>
            <a:ext cx="50292" cy="196688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3" name="Shape 881"/>
          <p:cNvSpPr/>
          <p:nvPr/>
        </p:nvSpPr>
        <p:spPr>
          <a:xfrm>
            <a:off x="1371600" y="3303469"/>
            <a:ext cx="50292" cy="193147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4" name="Shape 882"/>
          <p:cNvSpPr/>
          <p:nvPr/>
        </p:nvSpPr>
        <p:spPr>
          <a:xfrm>
            <a:off x="1417320" y="3351427"/>
            <a:ext cx="50292" cy="188351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5" name="Shape 883"/>
          <p:cNvSpPr/>
          <p:nvPr/>
        </p:nvSpPr>
        <p:spPr>
          <a:xfrm>
            <a:off x="1463040" y="3417171"/>
            <a:ext cx="50292" cy="181776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6" name="Shape 884"/>
          <p:cNvSpPr/>
          <p:nvPr/>
        </p:nvSpPr>
        <p:spPr>
          <a:xfrm>
            <a:off x="1508760" y="3513415"/>
            <a:ext cx="50292" cy="172152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7" name="Shape 885"/>
          <p:cNvSpPr/>
          <p:nvPr/>
        </p:nvSpPr>
        <p:spPr>
          <a:xfrm>
            <a:off x="1554480" y="3618175"/>
            <a:ext cx="50292" cy="161676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8" name="Shape 886"/>
          <p:cNvSpPr/>
          <p:nvPr/>
        </p:nvSpPr>
        <p:spPr>
          <a:xfrm>
            <a:off x="1600200" y="3666041"/>
            <a:ext cx="50292" cy="156889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9" name="Shape 887"/>
          <p:cNvSpPr/>
          <p:nvPr/>
        </p:nvSpPr>
        <p:spPr>
          <a:xfrm>
            <a:off x="1645920" y="3628431"/>
            <a:ext cx="50292" cy="160650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0" name="Shape 888"/>
          <p:cNvSpPr/>
          <p:nvPr/>
        </p:nvSpPr>
        <p:spPr>
          <a:xfrm>
            <a:off x="1691640" y="3582990"/>
            <a:ext cx="50292" cy="165195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1" name="Shape 889"/>
          <p:cNvSpPr/>
          <p:nvPr/>
        </p:nvSpPr>
        <p:spPr>
          <a:xfrm>
            <a:off x="1737360" y="3589842"/>
            <a:ext cx="50292" cy="164509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2" name="Shape 890"/>
          <p:cNvSpPr/>
          <p:nvPr/>
        </p:nvSpPr>
        <p:spPr>
          <a:xfrm>
            <a:off x="1783080" y="3613766"/>
            <a:ext cx="50292" cy="162117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3" name="Shape 891"/>
          <p:cNvSpPr/>
          <p:nvPr/>
        </p:nvSpPr>
        <p:spPr>
          <a:xfrm>
            <a:off x="1828800" y="3593244"/>
            <a:ext cx="50292" cy="164169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4" name="Shape 892"/>
          <p:cNvSpPr/>
          <p:nvPr/>
        </p:nvSpPr>
        <p:spPr>
          <a:xfrm>
            <a:off x="1874520" y="3562394"/>
            <a:ext cx="50292" cy="167254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5" name="Shape 893"/>
          <p:cNvSpPr/>
          <p:nvPr/>
        </p:nvSpPr>
        <p:spPr>
          <a:xfrm>
            <a:off x="1920240" y="3535747"/>
            <a:ext cx="50292" cy="169919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6" name="Shape 894"/>
          <p:cNvSpPr/>
          <p:nvPr/>
        </p:nvSpPr>
        <p:spPr>
          <a:xfrm>
            <a:off x="1965960" y="3456777"/>
            <a:ext cx="50292" cy="177816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7" name="Shape 895"/>
          <p:cNvSpPr/>
          <p:nvPr/>
        </p:nvSpPr>
        <p:spPr>
          <a:xfrm>
            <a:off x="2011680" y="3424058"/>
            <a:ext cx="50292" cy="181088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8" name="Shape 896"/>
          <p:cNvSpPr/>
          <p:nvPr/>
        </p:nvSpPr>
        <p:spPr>
          <a:xfrm>
            <a:off x="2057400" y="3427146"/>
            <a:ext cx="50292" cy="180779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9" name="Shape 897"/>
          <p:cNvSpPr/>
          <p:nvPr/>
        </p:nvSpPr>
        <p:spPr>
          <a:xfrm>
            <a:off x="2103120" y="3438793"/>
            <a:ext cx="50292" cy="179614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0" name="Shape 898"/>
          <p:cNvSpPr/>
          <p:nvPr/>
        </p:nvSpPr>
        <p:spPr>
          <a:xfrm>
            <a:off x="2148840" y="3520036"/>
            <a:ext cx="50292" cy="171490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1" name="Shape 899"/>
          <p:cNvSpPr/>
          <p:nvPr/>
        </p:nvSpPr>
        <p:spPr>
          <a:xfrm>
            <a:off x="2194560" y="3657471"/>
            <a:ext cx="50292" cy="157746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2" name="Shape 900"/>
          <p:cNvSpPr/>
          <p:nvPr/>
        </p:nvSpPr>
        <p:spPr>
          <a:xfrm>
            <a:off x="2240280" y="3766125"/>
            <a:ext cx="50292" cy="146881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3" name="Shape 901"/>
          <p:cNvSpPr/>
          <p:nvPr/>
        </p:nvSpPr>
        <p:spPr>
          <a:xfrm>
            <a:off x="2286000" y="3765753"/>
            <a:ext cx="50292" cy="146918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4" name="Shape 902"/>
          <p:cNvSpPr/>
          <p:nvPr/>
        </p:nvSpPr>
        <p:spPr>
          <a:xfrm>
            <a:off x="2331720" y="3729149"/>
            <a:ext cx="50292" cy="150579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5" name="Shape 903"/>
          <p:cNvSpPr/>
          <p:nvPr/>
        </p:nvSpPr>
        <p:spPr>
          <a:xfrm>
            <a:off x="2377440" y="3721639"/>
            <a:ext cx="50292" cy="151330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6" name="Shape 904"/>
          <p:cNvSpPr/>
          <p:nvPr/>
        </p:nvSpPr>
        <p:spPr>
          <a:xfrm>
            <a:off x="2423160" y="3725481"/>
            <a:ext cx="50292" cy="150945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7" name="Shape 905"/>
          <p:cNvSpPr/>
          <p:nvPr/>
        </p:nvSpPr>
        <p:spPr>
          <a:xfrm>
            <a:off x="2468880" y="3752905"/>
            <a:ext cx="50292" cy="148203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8" name="Shape 906"/>
          <p:cNvSpPr/>
          <p:nvPr/>
        </p:nvSpPr>
        <p:spPr>
          <a:xfrm>
            <a:off x="2514600" y="3788093"/>
            <a:ext cx="50292" cy="144684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9" name="Shape 907"/>
          <p:cNvSpPr/>
          <p:nvPr/>
        </p:nvSpPr>
        <p:spPr>
          <a:xfrm>
            <a:off x="2560320" y="3818621"/>
            <a:ext cx="50292" cy="141631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0" name="Shape 908"/>
          <p:cNvSpPr/>
          <p:nvPr/>
        </p:nvSpPr>
        <p:spPr>
          <a:xfrm>
            <a:off x="2606040" y="3855615"/>
            <a:ext cx="50292" cy="137932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1" name="Shape 909"/>
          <p:cNvSpPr/>
          <p:nvPr/>
        </p:nvSpPr>
        <p:spPr>
          <a:xfrm>
            <a:off x="2651760" y="3869398"/>
            <a:ext cx="50292" cy="136554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2" name="Shape 910"/>
          <p:cNvSpPr/>
          <p:nvPr/>
        </p:nvSpPr>
        <p:spPr>
          <a:xfrm>
            <a:off x="2697480" y="3852497"/>
            <a:ext cx="50292" cy="138244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3" name="Shape 911"/>
          <p:cNvSpPr/>
          <p:nvPr/>
        </p:nvSpPr>
        <p:spPr>
          <a:xfrm>
            <a:off x="2743200" y="3890335"/>
            <a:ext cx="50292" cy="134460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4" name="Shape 912"/>
          <p:cNvSpPr/>
          <p:nvPr/>
        </p:nvSpPr>
        <p:spPr>
          <a:xfrm>
            <a:off x="2788920" y="3969621"/>
            <a:ext cx="50292" cy="126531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5" name="Shape 913"/>
          <p:cNvSpPr/>
          <p:nvPr/>
        </p:nvSpPr>
        <p:spPr>
          <a:xfrm>
            <a:off x="2834640" y="3989072"/>
            <a:ext cx="50292" cy="124586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6" name="Shape 914"/>
          <p:cNvSpPr/>
          <p:nvPr/>
        </p:nvSpPr>
        <p:spPr>
          <a:xfrm>
            <a:off x="2880360" y="3976122"/>
            <a:ext cx="50292" cy="125881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7" name="Shape 915"/>
          <p:cNvSpPr/>
          <p:nvPr/>
        </p:nvSpPr>
        <p:spPr>
          <a:xfrm>
            <a:off x="2926080" y="3954300"/>
            <a:ext cx="50292" cy="128064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8" name="Shape 916"/>
          <p:cNvSpPr/>
          <p:nvPr/>
        </p:nvSpPr>
        <p:spPr>
          <a:xfrm>
            <a:off x="2971800" y="3866317"/>
            <a:ext cx="50292" cy="136862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9" name="Shape 917"/>
          <p:cNvSpPr/>
          <p:nvPr/>
        </p:nvSpPr>
        <p:spPr>
          <a:xfrm>
            <a:off x="3017520" y="3711537"/>
            <a:ext cx="50292" cy="152340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0" name="Shape 918"/>
          <p:cNvSpPr/>
          <p:nvPr/>
        </p:nvSpPr>
        <p:spPr>
          <a:xfrm>
            <a:off x="3063240" y="3579242"/>
            <a:ext cx="50292" cy="165569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1" name="Shape 919"/>
          <p:cNvSpPr/>
          <p:nvPr/>
        </p:nvSpPr>
        <p:spPr>
          <a:xfrm>
            <a:off x="3108960" y="3517857"/>
            <a:ext cx="50292" cy="171708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2" name="Shape 920"/>
          <p:cNvSpPr/>
          <p:nvPr/>
        </p:nvSpPr>
        <p:spPr>
          <a:xfrm>
            <a:off x="3154680" y="3524499"/>
            <a:ext cx="50292" cy="171044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3" name="Shape 921"/>
          <p:cNvSpPr/>
          <p:nvPr/>
        </p:nvSpPr>
        <p:spPr>
          <a:xfrm>
            <a:off x="3200400" y="3527263"/>
            <a:ext cx="50292" cy="170767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4" name="Shape 922"/>
          <p:cNvSpPr/>
          <p:nvPr/>
        </p:nvSpPr>
        <p:spPr>
          <a:xfrm>
            <a:off x="3246120" y="3498537"/>
            <a:ext cx="50292" cy="173640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5" name="Shape 923"/>
          <p:cNvSpPr/>
          <p:nvPr/>
        </p:nvSpPr>
        <p:spPr>
          <a:xfrm>
            <a:off x="3291840" y="3470282"/>
            <a:ext cx="50292" cy="176465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6" name="Shape 924"/>
          <p:cNvSpPr/>
          <p:nvPr/>
        </p:nvSpPr>
        <p:spPr>
          <a:xfrm>
            <a:off x="3337560" y="3427224"/>
            <a:ext cx="50292" cy="180771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7" name="Shape 925"/>
          <p:cNvSpPr/>
          <p:nvPr/>
        </p:nvSpPr>
        <p:spPr>
          <a:xfrm>
            <a:off x="3383280" y="3398438"/>
            <a:ext cx="50292" cy="183650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8" name="Shape 926"/>
          <p:cNvSpPr/>
          <p:nvPr/>
        </p:nvSpPr>
        <p:spPr>
          <a:xfrm>
            <a:off x="3429000" y="3386654"/>
            <a:ext cx="50292" cy="184828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9" name="Shape 927"/>
          <p:cNvSpPr/>
          <p:nvPr/>
        </p:nvSpPr>
        <p:spPr>
          <a:xfrm>
            <a:off x="3474720" y="3379533"/>
            <a:ext cx="50292" cy="185540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0" name="Shape 928"/>
          <p:cNvSpPr/>
          <p:nvPr/>
        </p:nvSpPr>
        <p:spPr>
          <a:xfrm>
            <a:off x="3520440" y="3405124"/>
            <a:ext cx="50292" cy="182981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1" name="Shape 929"/>
          <p:cNvSpPr/>
          <p:nvPr/>
        </p:nvSpPr>
        <p:spPr>
          <a:xfrm>
            <a:off x="3566160" y="3468100"/>
            <a:ext cx="50292" cy="176684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2" name="Shape 930"/>
          <p:cNvSpPr/>
          <p:nvPr/>
        </p:nvSpPr>
        <p:spPr>
          <a:xfrm>
            <a:off x="3611880" y="3511071"/>
            <a:ext cx="50292" cy="172386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3" name="Shape 931"/>
          <p:cNvSpPr/>
          <p:nvPr/>
        </p:nvSpPr>
        <p:spPr>
          <a:xfrm>
            <a:off x="3657600" y="3470785"/>
            <a:ext cx="50292" cy="176415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4" name="Shape 932"/>
          <p:cNvSpPr/>
          <p:nvPr/>
        </p:nvSpPr>
        <p:spPr>
          <a:xfrm>
            <a:off x="3703320" y="3367211"/>
            <a:ext cx="50292" cy="186772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5" name="Shape 933"/>
          <p:cNvSpPr/>
          <p:nvPr/>
        </p:nvSpPr>
        <p:spPr>
          <a:xfrm>
            <a:off x="3749040" y="3256849"/>
            <a:ext cx="50292" cy="197809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6" name="Shape 934"/>
          <p:cNvSpPr/>
          <p:nvPr/>
        </p:nvSpPr>
        <p:spPr>
          <a:xfrm>
            <a:off x="3794760" y="3171518"/>
            <a:ext cx="50292" cy="206342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7" name="Shape 935"/>
          <p:cNvSpPr/>
          <p:nvPr/>
        </p:nvSpPr>
        <p:spPr>
          <a:xfrm>
            <a:off x="3840480" y="3109829"/>
            <a:ext cx="50292" cy="212511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8" name="Shape 936"/>
          <p:cNvSpPr/>
          <p:nvPr/>
        </p:nvSpPr>
        <p:spPr>
          <a:xfrm>
            <a:off x="3886200" y="3081524"/>
            <a:ext cx="50292" cy="215341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9" name="Shape 937"/>
          <p:cNvSpPr/>
          <p:nvPr/>
        </p:nvSpPr>
        <p:spPr>
          <a:xfrm>
            <a:off x="3931920" y="3065650"/>
            <a:ext cx="50292" cy="216929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0" name="Shape 938"/>
          <p:cNvSpPr/>
          <p:nvPr/>
        </p:nvSpPr>
        <p:spPr>
          <a:xfrm>
            <a:off x="3977640" y="3064346"/>
            <a:ext cx="50292" cy="217059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1" name="Shape 939"/>
          <p:cNvSpPr/>
          <p:nvPr/>
        </p:nvSpPr>
        <p:spPr>
          <a:xfrm>
            <a:off x="4023360" y="3133262"/>
            <a:ext cx="50292" cy="210167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2" name="Shape 940"/>
          <p:cNvSpPr/>
          <p:nvPr/>
        </p:nvSpPr>
        <p:spPr>
          <a:xfrm>
            <a:off x="4069080" y="3244537"/>
            <a:ext cx="50292" cy="199040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3" name="Shape 941"/>
          <p:cNvSpPr/>
          <p:nvPr/>
        </p:nvSpPr>
        <p:spPr>
          <a:xfrm>
            <a:off x="4114800" y="3297348"/>
            <a:ext cx="50292" cy="193759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4" name="Shape 942"/>
          <p:cNvSpPr/>
          <p:nvPr/>
        </p:nvSpPr>
        <p:spPr>
          <a:xfrm>
            <a:off x="4160520" y="3311562"/>
            <a:ext cx="50292" cy="192337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5" name="Shape 943"/>
          <p:cNvSpPr/>
          <p:nvPr/>
        </p:nvSpPr>
        <p:spPr>
          <a:xfrm>
            <a:off x="4206240" y="3341503"/>
            <a:ext cx="50292" cy="189343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6" name="Shape 944"/>
          <p:cNvSpPr/>
          <p:nvPr/>
        </p:nvSpPr>
        <p:spPr>
          <a:xfrm>
            <a:off x="4251960" y="3348911"/>
            <a:ext cx="50292" cy="188602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7" name="Shape 945"/>
          <p:cNvSpPr/>
          <p:nvPr/>
        </p:nvSpPr>
        <p:spPr>
          <a:xfrm>
            <a:off x="4297680" y="3330783"/>
            <a:ext cx="50292" cy="190415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8" name="Shape 946"/>
          <p:cNvSpPr/>
          <p:nvPr/>
        </p:nvSpPr>
        <p:spPr>
          <a:xfrm>
            <a:off x="4343400" y="3331742"/>
            <a:ext cx="50292" cy="190319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9" name="Shape 947"/>
          <p:cNvSpPr/>
          <p:nvPr/>
        </p:nvSpPr>
        <p:spPr>
          <a:xfrm>
            <a:off x="4389120" y="3326051"/>
            <a:ext cx="50292" cy="190888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0" name="Shape 948"/>
          <p:cNvSpPr/>
          <p:nvPr/>
        </p:nvSpPr>
        <p:spPr>
          <a:xfrm>
            <a:off x="4434840" y="3302212"/>
            <a:ext cx="50292" cy="193272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1" name="Shape 949"/>
          <p:cNvSpPr/>
          <p:nvPr/>
        </p:nvSpPr>
        <p:spPr>
          <a:xfrm>
            <a:off x="4480560" y="3299672"/>
            <a:ext cx="50292" cy="193526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2" name="Shape 950"/>
          <p:cNvSpPr/>
          <p:nvPr/>
        </p:nvSpPr>
        <p:spPr>
          <a:xfrm>
            <a:off x="4526280" y="3302251"/>
            <a:ext cx="50292" cy="193268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3" name="Shape 951"/>
          <p:cNvSpPr/>
          <p:nvPr/>
        </p:nvSpPr>
        <p:spPr>
          <a:xfrm>
            <a:off x="4572000" y="3339197"/>
            <a:ext cx="50292" cy="189574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4" name="Shape 952"/>
          <p:cNvSpPr/>
          <p:nvPr/>
        </p:nvSpPr>
        <p:spPr>
          <a:xfrm>
            <a:off x="4617720" y="3407045"/>
            <a:ext cx="50292" cy="182789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5" name="Shape 953"/>
          <p:cNvSpPr/>
          <p:nvPr/>
        </p:nvSpPr>
        <p:spPr>
          <a:xfrm>
            <a:off x="4663440" y="3421586"/>
            <a:ext cx="50292" cy="181335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6" name="Shape 954"/>
          <p:cNvSpPr/>
          <p:nvPr/>
        </p:nvSpPr>
        <p:spPr>
          <a:xfrm>
            <a:off x="4709160" y="3359517"/>
            <a:ext cx="50292" cy="187542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7" name="Shape 955"/>
          <p:cNvSpPr/>
          <p:nvPr/>
        </p:nvSpPr>
        <p:spPr>
          <a:xfrm>
            <a:off x="4754880" y="3300335"/>
            <a:ext cx="50292" cy="193460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8" name="Shape 956"/>
          <p:cNvSpPr/>
          <p:nvPr/>
        </p:nvSpPr>
        <p:spPr>
          <a:xfrm>
            <a:off x="4800600" y="3286281"/>
            <a:ext cx="50292" cy="194865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9" name="Shape 957"/>
          <p:cNvSpPr/>
          <p:nvPr/>
        </p:nvSpPr>
        <p:spPr>
          <a:xfrm>
            <a:off x="4846320" y="3291658"/>
            <a:ext cx="50292" cy="194328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0" name="Shape 958"/>
          <p:cNvSpPr/>
          <p:nvPr/>
        </p:nvSpPr>
        <p:spPr>
          <a:xfrm>
            <a:off x="4892040" y="3306720"/>
            <a:ext cx="50292" cy="192822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1" name="Shape 959"/>
          <p:cNvSpPr/>
          <p:nvPr/>
        </p:nvSpPr>
        <p:spPr>
          <a:xfrm>
            <a:off x="4937760" y="3328377"/>
            <a:ext cx="50292" cy="190656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2" name="Shape 960"/>
          <p:cNvSpPr/>
          <p:nvPr/>
        </p:nvSpPr>
        <p:spPr>
          <a:xfrm>
            <a:off x="4983480" y="3344257"/>
            <a:ext cx="50292" cy="189068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3" name="Shape 961"/>
          <p:cNvSpPr/>
          <p:nvPr/>
        </p:nvSpPr>
        <p:spPr>
          <a:xfrm>
            <a:off x="5029200" y="3273176"/>
            <a:ext cx="50292" cy="196176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4" name="Shape 962"/>
          <p:cNvSpPr/>
          <p:nvPr/>
        </p:nvSpPr>
        <p:spPr>
          <a:xfrm>
            <a:off x="5074920" y="3146012"/>
            <a:ext cx="50292" cy="208892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5" name="Shape 963"/>
          <p:cNvSpPr/>
          <p:nvPr/>
        </p:nvSpPr>
        <p:spPr>
          <a:xfrm>
            <a:off x="5120640" y="3070696"/>
            <a:ext cx="50292" cy="216424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6" name="Shape 964"/>
          <p:cNvSpPr/>
          <p:nvPr/>
        </p:nvSpPr>
        <p:spPr>
          <a:xfrm>
            <a:off x="5166360" y="3041036"/>
            <a:ext cx="50292" cy="219390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7" name="Shape 965"/>
          <p:cNvSpPr/>
          <p:nvPr/>
        </p:nvSpPr>
        <p:spPr>
          <a:xfrm>
            <a:off x="5212080" y="3032867"/>
            <a:ext cx="50292" cy="220207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8" name="Shape 966"/>
          <p:cNvSpPr/>
          <p:nvPr/>
        </p:nvSpPr>
        <p:spPr>
          <a:xfrm>
            <a:off x="5257800" y="3068688"/>
            <a:ext cx="50292" cy="216625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9" name="Shape 967"/>
          <p:cNvSpPr/>
          <p:nvPr/>
        </p:nvSpPr>
        <p:spPr>
          <a:xfrm>
            <a:off x="5303520" y="3139246"/>
            <a:ext cx="50292" cy="209569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0" name="Shape 968"/>
          <p:cNvSpPr/>
          <p:nvPr/>
        </p:nvSpPr>
        <p:spPr>
          <a:xfrm>
            <a:off x="5349240" y="3222906"/>
            <a:ext cx="50292" cy="201203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1" name="Shape 969"/>
          <p:cNvSpPr/>
          <p:nvPr/>
        </p:nvSpPr>
        <p:spPr>
          <a:xfrm>
            <a:off x="5394960" y="3330865"/>
            <a:ext cx="50292" cy="190407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2" name="Shape 970"/>
          <p:cNvSpPr/>
          <p:nvPr/>
        </p:nvSpPr>
        <p:spPr>
          <a:xfrm>
            <a:off x="5440680" y="3384144"/>
            <a:ext cx="50292" cy="185079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3" name="Shape 971"/>
          <p:cNvSpPr/>
          <p:nvPr/>
        </p:nvSpPr>
        <p:spPr>
          <a:xfrm>
            <a:off x="5486400" y="3336229"/>
            <a:ext cx="50292" cy="189871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4" name="Shape 972"/>
          <p:cNvSpPr/>
          <p:nvPr/>
        </p:nvSpPr>
        <p:spPr>
          <a:xfrm>
            <a:off x="5532120" y="3234451"/>
            <a:ext cx="50292" cy="200048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5" name="Shape 973"/>
          <p:cNvSpPr/>
          <p:nvPr/>
        </p:nvSpPr>
        <p:spPr>
          <a:xfrm>
            <a:off x="5577840" y="3144985"/>
            <a:ext cx="50292" cy="208995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6" name="Shape 974"/>
          <p:cNvSpPr/>
          <p:nvPr/>
        </p:nvSpPr>
        <p:spPr>
          <a:xfrm>
            <a:off x="5623560" y="3115903"/>
            <a:ext cx="50292" cy="211903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7" name="Shape 975"/>
          <p:cNvSpPr/>
          <p:nvPr/>
        </p:nvSpPr>
        <p:spPr>
          <a:xfrm>
            <a:off x="5669280" y="3130821"/>
            <a:ext cx="50292" cy="210411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8" name="Shape 976"/>
          <p:cNvSpPr/>
          <p:nvPr/>
        </p:nvSpPr>
        <p:spPr>
          <a:xfrm>
            <a:off x="5715000" y="3169460"/>
            <a:ext cx="50292" cy="206548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9" name="Shape 977"/>
          <p:cNvSpPr/>
          <p:nvPr/>
        </p:nvSpPr>
        <p:spPr>
          <a:xfrm>
            <a:off x="5760720" y="3238741"/>
            <a:ext cx="50292" cy="199619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0" name="Shape 978"/>
          <p:cNvSpPr/>
          <p:nvPr/>
        </p:nvSpPr>
        <p:spPr>
          <a:xfrm>
            <a:off x="5806440" y="3307710"/>
            <a:ext cx="50292" cy="192723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1" name="Shape 979"/>
          <p:cNvSpPr/>
          <p:nvPr/>
        </p:nvSpPr>
        <p:spPr>
          <a:xfrm>
            <a:off x="5852160" y="3306217"/>
            <a:ext cx="50292" cy="192872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2" name="Shape 980"/>
          <p:cNvSpPr/>
          <p:nvPr/>
        </p:nvSpPr>
        <p:spPr>
          <a:xfrm>
            <a:off x="5897880" y="3247808"/>
            <a:ext cx="50292" cy="198713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3" name="Shape 981"/>
          <p:cNvSpPr/>
          <p:nvPr/>
        </p:nvSpPr>
        <p:spPr>
          <a:xfrm>
            <a:off x="5943600" y="3219790"/>
            <a:ext cx="50292" cy="201515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4" name="Shape 982"/>
          <p:cNvSpPr/>
          <p:nvPr/>
        </p:nvSpPr>
        <p:spPr>
          <a:xfrm>
            <a:off x="5989320" y="3259037"/>
            <a:ext cx="50292" cy="197590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5" name="Shape 983"/>
          <p:cNvSpPr/>
          <p:nvPr/>
        </p:nvSpPr>
        <p:spPr>
          <a:xfrm>
            <a:off x="6035040" y="3286996"/>
            <a:ext cx="50292" cy="194794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6" name="Shape 984"/>
          <p:cNvSpPr/>
          <p:nvPr/>
        </p:nvSpPr>
        <p:spPr>
          <a:xfrm>
            <a:off x="6080760" y="3242307"/>
            <a:ext cx="50292" cy="199263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7" name="Shape 985"/>
          <p:cNvSpPr/>
          <p:nvPr/>
        </p:nvSpPr>
        <p:spPr>
          <a:xfrm>
            <a:off x="6126480" y="3144603"/>
            <a:ext cx="50292" cy="209033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8" name="Shape 986"/>
          <p:cNvSpPr/>
          <p:nvPr/>
        </p:nvSpPr>
        <p:spPr>
          <a:xfrm>
            <a:off x="6172200" y="3107357"/>
            <a:ext cx="50292" cy="212758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9" name="Shape 987"/>
          <p:cNvSpPr/>
          <p:nvPr/>
        </p:nvSpPr>
        <p:spPr>
          <a:xfrm>
            <a:off x="6217920" y="3158485"/>
            <a:ext cx="50292" cy="207645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0" name="Shape 988"/>
          <p:cNvSpPr/>
          <p:nvPr/>
        </p:nvSpPr>
        <p:spPr>
          <a:xfrm>
            <a:off x="6263640" y="3188933"/>
            <a:ext cx="50292" cy="204600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1" name="Shape 989"/>
          <p:cNvSpPr/>
          <p:nvPr/>
        </p:nvSpPr>
        <p:spPr>
          <a:xfrm>
            <a:off x="6309360" y="3169708"/>
            <a:ext cx="50292" cy="206523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2" name="Shape 990"/>
          <p:cNvSpPr/>
          <p:nvPr/>
        </p:nvSpPr>
        <p:spPr>
          <a:xfrm>
            <a:off x="6355080" y="3162279"/>
            <a:ext cx="50292" cy="207266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3" name="Shape 991"/>
          <p:cNvSpPr/>
          <p:nvPr/>
        </p:nvSpPr>
        <p:spPr>
          <a:xfrm>
            <a:off x="6400800" y="3177585"/>
            <a:ext cx="50292" cy="205735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4" name="Shape 992"/>
          <p:cNvSpPr/>
          <p:nvPr/>
        </p:nvSpPr>
        <p:spPr>
          <a:xfrm>
            <a:off x="6446520" y="3218605"/>
            <a:ext cx="50292" cy="201633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5" name="Shape 993"/>
          <p:cNvSpPr/>
          <p:nvPr/>
        </p:nvSpPr>
        <p:spPr>
          <a:xfrm>
            <a:off x="6492240" y="3286042"/>
            <a:ext cx="50292" cy="194889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6" name="Shape 994"/>
          <p:cNvSpPr/>
          <p:nvPr/>
        </p:nvSpPr>
        <p:spPr>
          <a:xfrm>
            <a:off x="6537960" y="3334314"/>
            <a:ext cx="50292" cy="190062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7" name="Shape 995"/>
          <p:cNvSpPr/>
          <p:nvPr/>
        </p:nvSpPr>
        <p:spPr>
          <a:xfrm>
            <a:off x="6583680" y="3352539"/>
            <a:ext cx="50292" cy="188240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8" name="Shape 996"/>
          <p:cNvSpPr/>
          <p:nvPr/>
        </p:nvSpPr>
        <p:spPr>
          <a:xfrm>
            <a:off x="6629400" y="3330700"/>
            <a:ext cx="50292" cy="190424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9" name="Shape 997"/>
          <p:cNvSpPr/>
          <p:nvPr/>
        </p:nvSpPr>
        <p:spPr>
          <a:xfrm>
            <a:off x="6675120" y="3326069"/>
            <a:ext cx="50292" cy="190887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0" name="Shape 998"/>
          <p:cNvSpPr/>
          <p:nvPr/>
        </p:nvSpPr>
        <p:spPr>
          <a:xfrm>
            <a:off x="6720840" y="3341891"/>
            <a:ext cx="50292" cy="189304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1" name="Shape 999"/>
          <p:cNvSpPr/>
          <p:nvPr/>
        </p:nvSpPr>
        <p:spPr>
          <a:xfrm>
            <a:off x="6766560" y="3305464"/>
            <a:ext cx="50292" cy="192947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2" name="Shape 1000"/>
          <p:cNvSpPr/>
          <p:nvPr/>
        </p:nvSpPr>
        <p:spPr>
          <a:xfrm>
            <a:off x="6812280" y="3242233"/>
            <a:ext cx="50292" cy="199270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3" name="Shape 1001"/>
          <p:cNvSpPr/>
          <p:nvPr/>
        </p:nvSpPr>
        <p:spPr>
          <a:xfrm>
            <a:off x="6858000" y="3188708"/>
            <a:ext cx="50292" cy="204623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4" name="Shape 1002"/>
          <p:cNvSpPr/>
          <p:nvPr/>
        </p:nvSpPr>
        <p:spPr>
          <a:xfrm>
            <a:off x="6903720" y="3167510"/>
            <a:ext cx="50292" cy="206743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5" name="Shape 1003"/>
          <p:cNvSpPr/>
          <p:nvPr/>
        </p:nvSpPr>
        <p:spPr>
          <a:xfrm>
            <a:off x="6949440" y="3145020"/>
            <a:ext cx="50292" cy="208992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6" name="Shape 1004"/>
          <p:cNvSpPr/>
          <p:nvPr/>
        </p:nvSpPr>
        <p:spPr>
          <a:xfrm>
            <a:off x="6995160" y="3076984"/>
            <a:ext cx="50292" cy="215795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7" name="Shape 1005"/>
          <p:cNvSpPr/>
          <p:nvPr/>
        </p:nvSpPr>
        <p:spPr>
          <a:xfrm>
            <a:off x="7040880" y="2992388"/>
            <a:ext cx="50292" cy="224255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8" name="Shape 1006"/>
          <p:cNvSpPr/>
          <p:nvPr/>
        </p:nvSpPr>
        <p:spPr>
          <a:xfrm>
            <a:off x="7086600" y="2978429"/>
            <a:ext cx="50292" cy="225651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9" name="Shape 1007"/>
          <p:cNvSpPr/>
          <p:nvPr/>
        </p:nvSpPr>
        <p:spPr>
          <a:xfrm>
            <a:off x="7132320" y="3033233"/>
            <a:ext cx="50292" cy="220170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0" name="Shape 1008"/>
          <p:cNvSpPr/>
          <p:nvPr/>
        </p:nvSpPr>
        <p:spPr>
          <a:xfrm>
            <a:off x="7178040" y="3093701"/>
            <a:ext cx="50292" cy="214123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1" name="Shape 1009"/>
          <p:cNvSpPr/>
          <p:nvPr/>
        </p:nvSpPr>
        <p:spPr>
          <a:xfrm>
            <a:off x="7223760" y="3171639"/>
            <a:ext cx="50292" cy="206330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2" name="Shape 1010"/>
          <p:cNvSpPr/>
          <p:nvPr/>
        </p:nvSpPr>
        <p:spPr>
          <a:xfrm>
            <a:off x="7269480" y="3231796"/>
            <a:ext cx="50292" cy="200314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3" name="Shape 1011"/>
          <p:cNvSpPr/>
          <p:nvPr/>
        </p:nvSpPr>
        <p:spPr>
          <a:xfrm>
            <a:off x="7315200" y="3205567"/>
            <a:ext cx="50292" cy="202937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4" name="Shape 1012"/>
          <p:cNvSpPr/>
          <p:nvPr/>
        </p:nvSpPr>
        <p:spPr>
          <a:xfrm>
            <a:off x="7360920" y="3113429"/>
            <a:ext cx="50292" cy="212151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5" name="Shape 1013"/>
          <p:cNvSpPr/>
          <p:nvPr/>
        </p:nvSpPr>
        <p:spPr>
          <a:xfrm>
            <a:off x="7406640" y="3030022"/>
            <a:ext cx="50292" cy="220491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6" name="Shape 1014"/>
          <p:cNvSpPr/>
          <p:nvPr/>
        </p:nvSpPr>
        <p:spPr>
          <a:xfrm>
            <a:off x="7452360" y="2987206"/>
            <a:ext cx="50292" cy="224773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7" name="Shape 1015"/>
          <p:cNvSpPr/>
          <p:nvPr/>
        </p:nvSpPr>
        <p:spPr>
          <a:xfrm>
            <a:off x="7498080" y="2987401"/>
            <a:ext cx="50292" cy="224753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8" name="Shape 1016"/>
          <p:cNvSpPr/>
          <p:nvPr/>
        </p:nvSpPr>
        <p:spPr>
          <a:xfrm>
            <a:off x="7543800" y="2965036"/>
            <a:ext cx="50292" cy="226990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9" name="Shape 1017"/>
          <p:cNvSpPr/>
          <p:nvPr/>
        </p:nvSpPr>
        <p:spPr>
          <a:xfrm>
            <a:off x="7589520" y="2936766"/>
            <a:ext cx="50292" cy="229817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0" name="Shape 1018"/>
          <p:cNvSpPr/>
          <p:nvPr/>
        </p:nvSpPr>
        <p:spPr>
          <a:xfrm>
            <a:off x="7635240" y="2950749"/>
            <a:ext cx="50292" cy="228419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1" name="Shape 1019"/>
          <p:cNvSpPr/>
          <p:nvPr/>
        </p:nvSpPr>
        <p:spPr>
          <a:xfrm>
            <a:off x="7680960" y="2963638"/>
            <a:ext cx="50292" cy="227130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2" name="Shape 1020"/>
          <p:cNvSpPr/>
          <p:nvPr/>
        </p:nvSpPr>
        <p:spPr>
          <a:xfrm>
            <a:off x="7726680" y="2964166"/>
            <a:ext cx="50292" cy="227077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3" name="Shape 1021"/>
          <p:cNvSpPr/>
          <p:nvPr/>
        </p:nvSpPr>
        <p:spPr>
          <a:xfrm>
            <a:off x="7772400" y="2960367"/>
            <a:ext cx="50292" cy="227457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4" name="Shape 1022"/>
          <p:cNvSpPr/>
          <p:nvPr/>
        </p:nvSpPr>
        <p:spPr>
          <a:xfrm>
            <a:off x="7818120" y="2963446"/>
            <a:ext cx="50292" cy="227149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5" name="Shape 1023"/>
          <p:cNvSpPr/>
          <p:nvPr/>
        </p:nvSpPr>
        <p:spPr>
          <a:xfrm>
            <a:off x="7863840" y="2964112"/>
            <a:ext cx="50292" cy="227082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6" name="Shape 1024"/>
          <p:cNvSpPr/>
          <p:nvPr/>
        </p:nvSpPr>
        <p:spPr>
          <a:xfrm>
            <a:off x="7909560" y="2954522"/>
            <a:ext cx="50292" cy="228041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7" name="Shape 1025"/>
          <p:cNvSpPr/>
          <p:nvPr/>
        </p:nvSpPr>
        <p:spPr>
          <a:xfrm>
            <a:off x="7955280" y="2962181"/>
            <a:ext cx="50292" cy="227275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8" name="Shape 1026"/>
          <p:cNvSpPr/>
          <p:nvPr/>
        </p:nvSpPr>
        <p:spPr>
          <a:xfrm>
            <a:off x="8001000" y="2945777"/>
            <a:ext cx="50292" cy="228916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9" name="Shape 1027"/>
          <p:cNvSpPr/>
          <p:nvPr/>
        </p:nvSpPr>
        <p:spPr>
          <a:xfrm>
            <a:off x="8046720" y="2903129"/>
            <a:ext cx="50292" cy="233181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0" name="Shape 1028"/>
          <p:cNvSpPr/>
          <p:nvPr/>
        </p:nvSpPr>
        <p:spPr>
          <a:xfrm>
            <a:off x="8092440" y="2886615"/>
            <a:ext cx="50292" cy="234832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1" name="Shape 1029"/>
          <p:cNvSpPr/>
          <p:nvPr/>
        </p:nvSpPr>
        <p:spPr>
          <a:xfrm>
            <a:off x="8138160" y="2872711"/>
            <a:ext cx="50292" cy="236222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2" name="Shape 1030"/>
          <p:cNvSpPr/>
          <p:nvPr/>
        </p:nvSpPr>
        <p:spPr>
          <a:xfrm>
            <a:off x="8183880" y="2819836"/>
            <a:ext cx="50292" cy="241510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3" name="Shape 1031"/>
          <p:cNvSpPr/>
          <p:nvPr/>
        </p:nvSpPr>
        <p:spPr>
          <a:xfrm>
            <a:off x="8229600" y="2808455"/>
            <a:ext cx="50292" cy="242648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4" name="Shape 1032"/>
          <p:cNvSpPr/>
          <p:nvPr/>
        </p:nvSpPr>
        <p:spPr>
          <a:xfrm>
            <a:off x="8275320" y="2889976"/>
            <a:ext cx="50292" cy="234496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5" name="Shape 1033"/>
          <p:cNvSpPr/>
          <p:nvPr/>
        </p:nvSpPr>
        <p:spPr>
          <a:xfrm>
            <a:off x="8321040" y="2954843"/>
            <a:ext cx="50292" cy="228009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6" name="Shape 1034"/>
          <p:cNvSpPr/>
          <p:nvPr/>
        </p:nvSpPr>
        <p:spPr>
          <a:xfrm>
            <a:off x="8366760" y="2932655"/>
            <a:ext cx="50292" cy="230228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7" name="Shape 1035"/>
          <p:cNvSpPr/>
          <p:nvPr/>
        </p:nvSpPr>
        <p:spPr>
          <a:xfrm>
            <a:off x="8412480" y="2898763"/>
            <a:ext cx="50292" cy="233617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8" name="Shape 1036"/>
          <p:cNvSpPr/>
          <p:nvPr/>
        </p:nvSpPr>
        <p:spPr>
          <a:xfrm>
            <a:off x="8458200" y="2921097"/>
            <a:ext cx="50292" cy="231384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9" name="Shape 1037"/>
          <p:cNvSpPr/>
          <p:nvPr/>
        </p:nvSpPr>
        <p:spPr>
          <a:xfrm>
            <a:off x="8503920" y="2990634"/>
            <a:ext cx="50292" cy="224430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0" name="Shape 1038"/>
          <p:cNvSpPr/>
          <p:nvPr/>
        </p:nvSpPr>
        <p:spPr>
          <a:xfrm>
            <a:off x="8549640" y="3063531"/>
            <a:ext cx="50292" cy="217140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1" name="Shape 1039"/>
          <p:cNvSpPr/>
          <p:nvPr/>
        </p:nvSpPr>
        <p:spPr>
          <a:xfrm>
            <a:off x="8595360" y="3093249"/>
            <a:ext cx="50292" cy="214169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2" name="Shape 1040"/>
          <p:cNvSpPr/>
          <p:nvPr/>
        </p:nvSpPr>
        <p:spPr>
          <a:xfrm>
            <a:off x="8641080" y="3111058"/>
            <a:ext cx="50292" cy="212388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3" name="Shape 1041"/>
          <p:cNvSpPr/>
          <p:nvPr/>
        </p:nvSpPr>
        <p:spPr>
          <a:xfrm>
            <a:off x="8686800" y="3138879"/>
            <a:ext cx="50292" cy="209606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4" name="Shape 1042"/>
          <p:cNvSpPr/>
          <p:nvPr/>
        </p:nvSpPr>
        <p:spPr>
          <a:xfrm>
            <a:off x="8732520" y="3175595"/>
            <a:ext cx="50292" cy="205934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5" name="Shape 1043"/>
          <p:cNvSpPr/>
          <p:nvPr/>
        </p:nvSpPr>
        <p:spPr>
          <a:xfrm>
            <a:off x="8778240" y="3205712"/>
            <a:ext cx="50292" cy="202922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6" name="Shape 1044"/>
          <p:cNvSpPr/>
          <p:nvPr/>
        </p:nvSpPr>
        <p:spPr>
          <a:xfrm>
            <a:off x="8823960" y="3215802"/>
            <a:ext cx="50292" cy="201913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7" name="Shape 1045"/>
          <p:cNvSpPr/>
          <p:nvPr/>
        </p:nvSpPr>
        <p:spPr>
          <a:xfrm>
            <a:off x="8869680" y="3258446"/>
            <a:ext cx="50292" cy="197649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8" name="Shape 1046"/>
          <p:cNvSpPr/>
          <p:nvPr/>
        </p:nvSpPr>
        <p:spPr>
          <a:xfrm>
            <a:off x="8915400" y="3303722"/>
            <a:ext cx="50292" cy="193121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9" name="Shape 1047"/>
          <p:cNvSpPr/>
          <p:nvPr/>
        </p:nvSpPr>
        <p:spPr>
          <a:xfrm>
            <a:off x="8961120" y="3317208"/>
            <a:ext cx="50292" cy="191773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0" name="Shape 1048"/>
          <p:cNvSpPr/>
          <p:nvPr/>
        </p:nvSpPr>
        <p:spPr>
          <a:xfrm>
            <a:off x="9006840" y="3362916"/>
            <a:ext cx="50292" cy="187202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1" name="Shape 1049"/>
          <p:cNvSpPr/>
          <p:nvPr/>
        </p:nvSpPr>
        <p:spPr>
          <a:xfrm>
            <a:off x="9052560" y="3437139"/>
            <a:ext cx="50292" cy="179780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2" name="Shape 1050"/>
          <p:cNvSpPr/>
          <p:nvPr/>
        </p:nvSpPr>
        <p:spPr>
          <a:xfrm>
            <a:off x="9098280" y="3456576"/>
            <a:ext cx="50292" cy="177836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3" name="Shape 1051"/>
          <p:cNvSpPr/>
          <p:nvPr/>
        </p:nvSpPr>
        <p:spPr>
          <a:xfrm>
            <a:off x="0" y="4347037"/>
            <a:ext cx="50292" cy="88790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4" name="Shape 1052"/>
          <p:cNvSpPr/>
          <p:nvPr/>
        </p:nvSpPr>
        <p:spPr>
          <a:xfrm>
            <a:off x="45720" y="4348536"/>
            <a:ext cx="50292" cy="88640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5" name="Shape 1053"/>
          <p:cNvSpPr/>
          <p:nvPr/>
        </p:nvSpPr>
        <p:spPr>
          <a:xfrm>
            <a:off x="91440" y="4384048"/>
            <a:ext cx="50292" cy="85089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6" name="Shape 1054"/>
          <p:cNvSpPr/>
          <p:nvPr/>
        </p:nvSpPr>
        <p:spPr>
          <a:xfrm>
            <a:off x="137160" y="4470750"/>
            <a:ext cx="50292" cy="76419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7" name="Shape 1055"/>
          <p:cNvSpPr/>
          <p:nvPr/>
        </p:nvSpPr>
        <p:spPr>
          <a:xfrm>
            <a:off x="182880" y="4568622"/>
            <a:ext cx="50292" cy="66631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8" name="Shape 1056"/>
          <p:cNvSpPr/>
          <p:nvPr/>
        </p:nvSpPr>
        <p:spPr>
          <a:xfrm>
            <a:off x="228600" y="4593490"/>
            <a:ext cx="50292" cy="64145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9" name="Shape 1057"/>
          <p:cNvSpPr/>
          <p:nvPr/>
        </p:nvSpPr>
        <p:spPr>
          <a:xfrm>
            <a:off x="274320" y="4517103"/>
            <a:ext cx="50292" cy="71783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0" name="Shape 1058"/>
          <p:cNvSpPr/>
          <p:nvPr/>
        </p:nvSpPr>
        <p:spPr>
          <a:xfrm>
            <a:off x="320040" y="4437028"/>
            <a:ext cx="50292" cy="79791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1" name="Shape 1059"/>
          <p:cNvSpPr/>
          <p:nvPr/>
        </p:nvSpPr>
        <p:spPr>
          <a:xfrm>
            <a:off x="365760" y="4430542"/>
            <a:ext cx="50292" cy="80439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2" name="Shape 1060"/>
          <p:cNvSpPr/>
          <p:nvPr/>
        </p:nvSpPr>
        <p:spPr>
          <a:xfrm>
            <a:off x="411480" y="4454614"/>
            <a:ext cx="50292" cy="78032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3" name="Shape 1061"/>
          <p:cNvSpPr/>
          <p:nvPr/>
        </p:nvSpPr>
        <p:spPr>
          <a:xfrm>
            <a:off x="457200" y="4426450"/>
            <a:ext cx="50292" cy="80849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4" name="Shape 1062"/>
          <p:cNvSpPr/>
          <p:nvPr/>
        </p:nvSpPr>
        <p:spPr>
          <a:xfrm>
            <a:off x="502920" y="4377395"/>
            <a:ext cx="50292" cy="85754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5" name="Shape 1063"/>
          <p:cNvSpPr/>
          <p:nvPr/>
        </p:nvSpPr>
        <p:spPr>
          <a:xfrm>
            <a:off x="548640" y="4325362"/>
            <a:ext cx="50292" cy="90957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6" name="Shape 1064"/>
          <p:cNvSpPr/>
          <p:nvPr/>
        </p:nvSpPr>
        <p:spPr>
          <a:xfrm>
            <a:off x="594360" y="4207909"/>
            <a:ext cx="50292" cy="1027031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7" name="Shape 1065"/>
          <p:cNvSpPr/>
          <p:nvPr/>
        </p:nvSpPr>
        <p:spPr>
          <a:xfrm>
            <a:off x="640080" y="4133339"/>
            <a:ext cx="50292" cy="1101601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8" name="Shape 1066"/>
          <p:cNvSpPr/>
          <p:nvPr/>
        </p:nvSpPr>
        <p:spPr>
          <a:xfrm>
            <a:off x="685800" y="4090819"/>
            <a:ext cx="50292" cy="1144121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9" name="Shape 1067"/>
          <p:cNvSpPr/>
          <p:nvPr/>
        </p:nvSpPr>
        <p:spPr>
          <a:xfrm>
            <a:off x="731520" y="4047815"/>
            <a:ext cx="50292" cy="118712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0" name="Shape 1068"/>
          <p:cNvSpPr/>
          <p:nvPr/>
        </p:nvSpPr>
        <p:spPr>
          <a:xfrm>
            <a:off x="777240" y="4064990"/>
            <a:ext cx="50292" cy="116995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1" name="Shape 1069"/>
          <p:cNvSpPr/>
          <p:nvPr/>
        </p:nvSpPr>
        <p:spPr>
          <a:xfrm>
            <a:off x="822960" y="4133643"/>
            <a:ext cx="50292" cy="110129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2" name="Shape 1070"/>
          <p:cNvSpPr/>
          <p:nvPr/>
        </p:nvSpPr>
        <p:spPr>
          <a:xfrm>
            <a:off x="868680" y="4186369"/>
            <a:ext cx="50292" cy="1048571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3" name="Shape 1071"/>
          <p:cNvSpPr/>
          <p:nvPr/>
        </p:nvSpPr>
        <p:spPr>
          <a:xfrm>
            <a:off x="914400" y="4155246"/>
            <a:ext cx="50292" cy="107969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4" name="Shape 1072"/>
          <p:cNvSpPr/>
          <p:nvPr/>
        </p:nvSpPr>
        <p:spPr>
          <a:xfrm>
            <a:off x="960120" y="4112255"/>
            <a:ext cx="50292" cy="112268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5" name="Shape 1073"/>
          <p:cNvSpPr/>
          <p:nvPr/>
        </p:nvSpPr>
        <p:spPr>
          <a:xfrm>
            <a:off x="1005840" y="4103913"/>
            <a:ext cx="50292" cy="113102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6" name="Shape 1074"/>
          <p:cNvSpPr/>
          <p:nvPr/>
        </p:nvSpPr>
        <p:spPr>
          <a:xfrm>
            <a:off x="1051560" y="4091572"/>
            <a:ext cx="50292" cy="114336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7" name="Shape 1075"/>
          <p:cNvSpPr/>
          <p:nvPr/>
        </p:nvSpPr>
        <p:spPr>
          <a:xfrm>
            <a:off x="1097280" y="4088364"/>
            <a:ext cx="50292" cy="114657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8" name="Shape 1076"/>
          <p:cNvSpPr/>
          <p:nvPr/>
        </p:nvSpPr>
        <p:spPr>
          <a:xfrm>
            <a:off x="1143000" y="4085654"/>
            <a:ext cx="50292" cy="114928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9" name="Shape 1077"/>
          <p:cNvSpPr/>
          <p:nvPr/>
        </p:nvSpPr>
        <p:spPr>
          <a:xfrm>
            <a:off x="1188720" y="4073985"/>
            <a:ext cx="50292" cy="116095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0" name="Shape 1078"/>
          <p:cNvSpPr/>
          <p:nvPr/>
        </p:nvSpPr>
        <p:spPr>
          <a:xfrm>
            <a:off x="1234440" y="4066295"/>
            <a:ext cx="50292" cy="116864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1" name="Shape 1079"/>
          <p:cNvSpPr/>
          <p:nvPr/>
        </p:nvSpPr>
        <p:spPr>
          <a:xfrm>
            <a:off x="1280160" y="4032883"/>
            <a:ext cx="50292" cy="120205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2" name="Shape 1080"/>
          <p:cNvSpPr/>
          <p:nvPr/>
        </p:nvSpPr>
        <p:spPr>
          <a:xfrm>
            <a:off x="1325880" y="3972537"/>
            <a:ext cx="50292" cy="126240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3" name="Shape 1081"/>
          <p:cNvSpPr/>
          <p:nvPr/>
        </p:nvSpPr>
        <p:spPr>
          <a:xfrm>
            <a:off x="1371600" y="3984473"/>
            <a:ext cx="50292" cy="125046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4" name="Shape 1082"/>
          <p:cNvSpPr/>
          <p:nvPr/>
        </p:nvSpPr>
        <p:spPr>
          <a:xfrm>
            <a:off x="1417320" y="4059437"/>
            <a:ext cx="50292" cy="117550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5" name="Shape 1083"/>
          <p:cNvSpPr/>
          <p:nvPr/>
        </p:nvSpPr>
        <p:spPr>
          <a:xfrm>
            <a:off x="1463040" y="4090821"/>
            <a:ext cx="50292" cy="114411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6" name="Shape 1084"/>
          <p:cNvSpPr/>
          <p:nvPr/>
        </p:nvSpPr>
        <p:spPr>
          <a:xfrm>
            <a:off x="1508760" y="4106276"/>
            <a:ext cx="50292" cy="112866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7" name="Shape 1085"/>
          <p:cNvSpPr/>
          <p:nvPr/>
        </p:nvSpPr>
        <p:spPr>
          <a:xfrm>
            <a:off x="1554480" y="4124793"/>
            <a:ext cx="50292" cy="111014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8" name="Shape 1086"/>
          <p:cNvSpPr/>
          <p:nvPr/>
        </p:nvSpPr>
        <p:spPr>
          <a:xfrm>
            <a:off x="1600200" y="4077109"/>
            <a:ext cx="50292" cy="1157831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9" name="Shape 1087"/>
          <p:cNvSpPr/>
          <p:nvPr/>
        </p:nvSpPr>
        <p:spPr>
          <a:xfrm>
            <a:off x="1645920" y="3961895"/>
            <a:ext cx="50292" cy="127304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0" name="Shape 1088"/>
          <p:cNvSpPr/>
          <p:nvPr/>
        </p:nvSpPr>
        <p:spPr>
          <a:xfrm>
            <a:off x="1691640" y="3876237"/>
            <a:ext cx="50292" cy="135870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1" name="Shape 1089"/>
          <p:cNvSpPr/>
          <p:nvPr/>
        </p:nvSpPr>
        <p:spPr>
          <a:xfrm>
            <a:off x="1737360" y="3864536"/>
            <a:ext cx="50292" cy="137040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2" name="Shape 1090"/>
          <p:cNvSpPr/>
          <p:nvPr/>
        </p:nvSpPr>
        <p:spPr>
          <a:xfrm>
            <a:off x="1783080" y="3913183"/>
            <a:ext cx="50292" cy="132175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3" name="Shape 1091"/>
          <p:cNvSpPr/>
          <p:nvPr/>
        </p:nvSpPr>
        <p:spPr>
          <a:xfrm>
            <a:off x="1828800" y="3941872"/>
            <a:ext cx="50292" cy="129306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4" name="Shape 1092"/>
          <p:cNvSpPr/>
          <p:nvPr/>
        </p:nvSpPr>
        <p:spPr>
          <a:xfrm>
            <a:off x="1874520" y="3928133"/>
            <a:ext cx="50292" cy="130680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5" name="Shape 1093"/>
          <p:cNvSpPr/>
          <p:nvPr/>
        </p:nvSpPr>
        <p:spPr>
          <a:xfrm>
            <a:off x="1920240" y="3916383"/>
            <a:ext cx="50292" cy="131855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6" name="Shape 1094"/>
          <p:cNvSpPr/>
          <p:nvPr/>
        </p:nvSpPr>
        <p:spPr>
          <a:xfrm>
            <a:off x="1965960" y="3895641"/>
            <a:ext cx="50292" cy="133929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7" name="Shape 1095"/>
          <p:cNvSpPr/>
          <p:nvPr/>
        </p:nvSpPr>
        <p:spPr>
          <a:xfrm>
            <a:off x="2011680" y="3897690"/>
            <a:ext cx="50292" cy="133725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8" name="Shape 1096"/>
          <p:cNvSpPr/>
          <p:nvPr/>
        </p:nvSpPr>
        <p:spPr>
          <a:xfrm>
            <a:off x="2057400" y="3927760"/>
            <a:ext cx="50292" cy="130718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9" name="Shape 1097"/>
          <p:cNvSpPr/>
          <p:nvPr/>
        </p:nvSpPr>
        <p:spPr>
          <a:xfrm>
            <a:off x="2103120" y="3976428"/>
            <a:ext cx="50292" cy="125851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0" name="Shape 1098"/>
          <p:cNvSpPr/>
          <p:nvPr/>
        </p:nvSpPr>
        <p:spPr>
          <a:xfrm>
            <a:off x="2148840" y="4073592"/>
            <a:ext cx="50292" cy="116134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1" name="Shape 1099"/>
          <p:cNvSpPr/>
          <p:nvPr/>
        </p:nvSpPr>
        <p:spPr>
          <a:xfrm>
            <a:off x="2194560" y="4216105"/>
            <a:ext cx="50292" cy="101883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2" name="Shape 1100"/>
          <p:cNvSpPr/>
          <p:nvPr/>
        </p:nvSpPr>
        <p:spPr>
          <a:xfrm>
            <a:off x="2240280" y="4326272"/>
            <a:ext cx="50292" cy="90866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3" name="Shape 1101"/>
          <p:cNvSpPr/>
          <p:nvPr/>
        </p:nvSpPr>
        <p:spPr>
          <a:xfrm>
            <a:off x="2286000" y="4321095"/>
            <a:ext cx="50292" cy="91384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4" name="Shape 1102"/>
          <p:cNvSpPr/>
          <p:nvPr/>
        </p:nvSpPr>
        <p:spPr>
          <a:xfrm>
            <a:off x="2331720" y="4218413"/>
            <a:ext cx="50292" cy="101652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5" name="Shape 1103"/>
          <p:cNvSpPr/>
          <p:nvPr/>
        </p:nvSpPr>
        <p:spPr>
          <a:xfrm>
            <a:off x="2377440" y="4087423"/>
            <a:ext cx="50292" cy="114751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6" name="Shape 1104"/>
          <p:cNvSpPr/>
          <p:nvPr/>
        </p:nvSpPr>
        <p:spPr>
          <a:xfrm>
            <a:off x="2423160" y="3977330"/>
            <a:ext cx="50292" cy="125761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7" name="Shape 1105"/>
          <p:cNvSpPr/>
          <p:nvPr/>
        </p:nvSpPr>
        <p:spPr>
          <a:xfrm>
            <a:off x="2468880" y="3898007"/>
            <a:ext cx="50292" cy="133693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8" name="Shape 1106"/>
          <p:cNvSpPr/>
          <p:nvPr/>
        </p:nvSpPr>
        <p:spPr>
          <a:xfrm>
            <a:off x="2514600" y="3863614"/>
            <a:ext cx="50292" cy="137132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9" name="Shape 1107"/>
          <p:cNvSpPr/>
          <p:nvPr/>
        </p:nvSpPr>
        <p:spPr>
          <a:xfrm>
            <a:off x="2560320" y="3846324"/>
            <a:ext cx="50292" cy="138861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0" name="Shape 1108"/>
          <p:cNvSpPr/>
          <p:nvPr/>
        </p:nvSpPr>
        <p:spPr>
          <a:xfrm>
            <a:off x="2606040" y="3841792"/>
            <a:ext cx="50292" cy="139314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1" name="Shape 1109"/>
          <p:cNvSpPr/>
          <p:nvPr/>
        </p:nvSpPr>
        <p:spPr>
          <a:xfrm>
            <a:off x="2651760" y="3906367"/>
            <a:ext cx="50292" cy="132857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2" name="Shape 1110"/>
          <p:cNvSpPr/>
          <p:nvPr/>
        </p:nvSpPr>
        <p:spPr>
          <a:xfrm>
            <a:off x="2697480" y="4004973"/>
            <a:ext cx="50292" cy="122996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3" name="Shape 1111"/>
          <p:cNvSpPr/>
          <p:nvPr/>
        </p:nvSpPr>
        <p:spPr>
          <a:xfrm>
            <a:off x="2743200" y="4025413"/>
            <a:ext cx="50292" cy="120952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4" name="Shape 1112"/>
          <p:cNvSpPr/>
          <p:nvPr/>
        </p:nvSpPr>
        <p:spPr>
          <a:xfrm>
            <a:off x="2788920" y="3998898"/>
            <a:ext cx="50292" cy="123604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5" name="Shape 1113"/>
          <p:cNvSpPr/>
          <p:nvPr/>
        </p:nvSpPr>
        <p:spPr>
          <a:xfrm>
            <a:off x="2834640" y="4002140"/>
            <a:ext cx="50292" cy="123280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6" name="Shape 1114"/>
          <p:cNvSpPr/>
          <p:nvPr/>
        </p:nvSpPr>
        <p:spPr>
          <a:xfrm>
            <a:off x="2880360" y="3994644"/>
            <a:ext cx="50292" cy="124029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7" name="Shape 1115"/>
          <p:cNvSpPr/>
          <p:nvPr/>
        </p:nvSpPr>
        <p:spPr>
          <a:xfrm>
            <a:off x="2926080" y="3962925"/>
            <a:ext cx="50292" cy="127201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8" name="Shape 1116"/>
          <p:cNvSpPr/>
          <p:nvPr/>
        </p:nvSpPr>
        <p:spPr>
          <a:xfrm>
            <a:off x="2971800" y="3951757"/>
            <a:ext cx="50292" cy="128318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9" name="Shape 1117"/>
          <p:cNvSpPr/>
          <p:nvPr/>
        </p:nvSpPr>
        <p:spPr>
          <a:xfrm>
            <a:off x="3017520" y="3939864"/>
            <a:ext cx="50292" cy="129507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0" name="Shape 1118"/>
          <p:cNvSpPr/>
          <p:nvPr/>
        </p:nvSpPr>
        <p:spPr>
          <a:xfrm>
            <a:off x="3063240" y="3913836"/>
            <a:ext cx="50292" cy="132110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1" name="Shape 1119"/>
          <p:cNvSpPr/>
          <p:nvPr/>
        </p:nvSpPr>
        <p:spPr>
          <a:xfrm>
            <a:off x="3108960" y="3902827"/>
            <a:ext cx="50292" cy="133211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2" name="Shape 1120"/>
          <p:cNvSpPr/>
          <p:nvPr/>
        </p:nvSpPr>
        <p:spPr>
          <a:xfrm>
            <a:off x="3154680" y="3887679"/>
            <a:ext cx="50292" cy="1347261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3" name="Shape 1121"/>
          <p:cNvSpPr/>
          <p:nvPr/>
        </p:nvSpPr>
        <p:spPr>
          <a:xfrm>
            <a:off x="3200400" y="3917543"/>
            <a:ext cx="50292" cy="131739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4" name="Shape 1122"/>
          <p:cNvSpPr/>
          <p:nvPr/>
        </p:nvSpPr>
        <p:spPr>
          <a:xfrm>
            <a:off x="3246120" y="4004343"/>
            <a:ext cx="50292" cy="123059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5" name="Shape 1123"/>
          <p:cNvSpPr/>
          <p:nvPr/>
        </p:nvSpPr>
        <p:spPr>
          <a:xfrm>
            <a:off x="3291840" y="4052117"/>
            <a:ext cx="50292" cy="118282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6" name="Shape 1124"/>
          <p:cNvSpPr/>
          <p:nvPr/>
        </p:nvSpPr>
        <p:spPr>
          <a:xfrm>
            <a:off x="3337560" y="4015935"/>
            <a:ext cx="50292" cy="121900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7" name="Shape 1125"/>
          <p:cNvSpPr/>
          <p:nvPr/>
        </p:nvSpPr>
        <p:spPr>
          <a:xfrm>
            <a:off x="3383280" y="3968448"/>
            <a:ext cx="50292" cy="126649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8" name="Shape 1126"/>
          <p:cNvSpPr/>
          <p:nvPr/>
        </p:nvSpPr>
        <p:spPr>
          <a:xfrm>
            <a:off x="3429000" y="3957520"/>
            <a:ext cx="50292" cy="127742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9" name="Shape 1127"/>
          <p:cNvSpPr/>
          <p:nvPr/>
        </p:nvSpPr>
        <p:spPr>
          <a:xfrm>
            <a:off x="3474720" y="3963103"/>
            <a:ext cx="50292" cy="127183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0" name="Shape 1128"/>
          <p:cNvSpPr/>
          <p:nvPr/>
        </p:nvSpPr>
        <p:spPr>
          <a:xfrm>
            <a:off x="3520440" y="3977413"/>
            <a:ext cx="50292" cy="125752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1" name="Shape 1129"/>
          <p:cNvSpPr/>
          <p:nvPr/>
        </p:nvSpPr>
        <p:spPr>
          <a:xfrm>
            <a:off x="3566160" y="3997560"/>
            <a:ext cx="50292" cy="123738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2" name="Shape 1130"/>
          <p:cNvSpPr/>
          <p:nvPr/>
        </p:nvSpPr>
        <p:spPr>
          <a:xfrm>
            <a:off x="3611880" y="4016277"/>
            <a:ext cx="50292" cy="121866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3" name="Shape 1131"/>
          <p:cNvSpPr/>
          <p:nvPr/>
        </p:nvSpPr>
        <p:spPr>
          <a:xfrm>
            <a:off x="3657600" y="3954956"/>
            <a:ext cx="50292" cy="127998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4" name="Shape 1132"/>
          <p:cNvSpPr/>
          <p:nvPr/>
        </p:nvSpPr>
        <p:spPr>
          <a:xfrm>
            <a:off x="3703320" y="3842258"/>
            <a:ext cx="50292" cy="139268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5" name="Shape 1133"/>
          <p:cNvSpPr/>
          <p:nvPr/>
        </p:nvSpPr>
        <p:spPr>
          <a:xfrm>
            <a:off x="3749040" y="3770721"/>
            <a:ext cx="50292" cy="146421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6" name="Shape 1134"/>
          <p:cNvSpPr/>
          <p:nvPr/>
        </p:nvSpPr>
        <p:spPr>
          <a:xfrm>
            <a:off x="3794760" y="3725191"/>
            <a:ext cx="50292" cy="150974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7" name="Shape 1135"/>
          <p:cNvSpPr/>
          <p:nvPr/>
        </p:nvSpPr>
        <p:spPr>
          <a:xfrm>
            <a:off x="3840480" y="3691102"/>
            <a:ext cx="50292" cy="154383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8" name="Shape 1136"/>
          <p:cNvSpPr/>
          <p:nvPr/>
        </p:nvSpPr>
        <p:spPr>
          <a:xfrm>
            <a:off x="3886200" y="3705426"/>
            <a:ext cx="50292" cy="152951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9" name="Shape 1137"/>
          <p:cNvSpPr/>
          <p:nvPr/>
        </p:nvSpPr>
        <p:spPr>
          <a:xfrm>
            <a:off x="3931920" y="3754040"/>
            <a:ext cx="50292" cy="148090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0" name="Shape 1138"/>
          <p:cNvSpPr/>
          <p:nvPr/>
        </p:nvSpPr>
        <p:spPr>
          <a:xfrm>
            <a:off x="3977640" y="3806455"/>
            <a:ext cx="50292" cy="142848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1" name="Shape 1139"/>
          <p:cNvSpPr/>
          <p:nvPr/>
        </p:nvSpPr>
        <p:spPr>
          <a:xfrm>
            <a:off x="4023360" y="3895335"/>
            <a:ext cx="50292" cy="133960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2" name="Shape 1140"/>
          <p:cNvSpPr/>
          <p:nvPr/>
        </p:nvSpPr>
        <p:spPr>
          <a:xfrm>
            <a:off x="4069080" y="3955593"/>
            <a:ext cx="50292" cy="127934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3" name="Shape 1141"/>
          <p:cNvSpPr/>
          <p:nvPr/>
        </p:nvSpPr>
        <p:spPr>
          <a:xfrm>
            <a:off x="4114800" y="3933838"/>
            <a:ext cx="50292" cy="130110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4" name="Shape 1142"/>
          <p:cNvSpPr/>
          <p:nvPr/>
        </p:nvSpPr>
        <p:spPr>
          <a:xfrm>
            <a:off x="4160520" y="3861101"/>
            <a:ext cx="50292" cy="137383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5" name="Shape 1143"/>
          <p:cNvSpPr/>
          <p:nvPr/>
        </p:nvSpPr>
        <p:spPr>
          <a:xfrm>
            <a:off x="4206240" y="3788776"/>
            <a:ext cx="50292" cy="144616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6" name="Shape 1144"/>
          <p:cNvSpPr/>
          <p:nvPr/>
        </p:nvSpPr>
        <p:spPr>
          <a:xfrm>
            <a:off x="4251960" y="3762326"/>
            <a:ext cx="50292" cy="147261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7" name="Shape 1145"/>
          <p:cNvSpPr/>
          <p:nvPr/>
        </p:nvSpPr>
        <p:spPr>
          <a:xfrm>
            <a:off x="4297680" y="3771880"/>
            <a:ext cx="50292" cy="146306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8" name="Shape 1146"/>
          <p:cNvSpPr/>
          <p:nvPr/>
        </p:nvSpPr>
        <p:spPr>
          <a:xfrm>
            <a:off x="4343400" y="3808333"/>
            <a:ext cx="50292" cy="142660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9" name="Shape 1147"/>
          <p:cNvSpPr/>
          <p:nvPr/>
        </p:nvSpPr>
        <p:spPr>
          <a:xfrm>
            <a:off x="4389120" y="3883128"/>
            <a:ext cx="50292" cy="135181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0" name="Shape 1148"/>
          <p:cNvSpPr/>
          <p:nvPr/>
        </p:nvSpPr>
        <p:spPr>
          <a:xfrm>
            <a:off x="4434840" y="3955192"/>
            <a:ext cx="50292" cy="127974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1" name="Shape 1149"/>
          <p:cNvSpPr/>
          <p:nvPr/>
        </p:nvSpPr>
        <p:spPr>
          <a:xfrm>
            <a:off x="4480560" y="3946157"/>
            <a:ext cx="50292" cy="128878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2" name="Shape 1150"/>
          <p:cNvSpPr/>
          <p:nvPr/>
        </p:nvSpPr>
        <p:spPr>
          <a:xfrm>
            <a:off x="4526280" y="3882724"/>
            <a:ext cx="50292" cy="135221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3" name="Shape 1151"/>
          <p:cNvSpPr/>
          <p:nvPr/>
        </p:nvSpPr>
        <p:spPr>
          <a:xfrm>
            <a:off x="4572000" y="3866619"/>
            <a:ext cx="50292" cy="1368321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4" name="Shape 1152"/>
          <p:cNvSpPr/>
          <p:nvPr/>
        </p:nvSpPr>
        <p:spPr>
          <a:xfrm>
            <a:off x="4617720" y="3927938"/>
            <a:ext cx="50292" cy="130700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5" name="Shape 1153"/>
          <p:cNvSpPr/>
          <p:nvPr/>
        </p:nvSpPr>
        <p:spPr>
          <a:xfrm>
            <a:off x="4663440" y="3972467"/>
            <a:ext cx="50292" cy="126247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6" name="Shape 1154"/>
          <p:cNvSpPr/>
          <p:nvPr/>
        </p:nvSpPr>
        <p:spPr>
          <a:xfrm>
            <a:off x="4709160" y="3931761"/>
            <a:ext cx="50292" cy="130317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7" name="Shape 1155"/>
          <p:cNvSpPr/>
          <p:nvPr/>
        </p:nvSpPr>
        <p:spPr>
          <a:xfrm>
            <a:off x="4754880" y="3828314"/>
            <a:ext cx="50292" cy="140662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8" name="Shape 1156"/>
          <p:cNvSpPr/>
          <p:nvPr/>
        </p:nvSpPr>
        <p:spPr>
          <a:xfrm>
            <a:off x="4800600" y="3785474"/>
            <a:ext cx="50292" cy="144946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9" name="Shape 1157"/>
          <p:cNvSpPr/>
          <p:nvPr/>
        </p:nvSpPr>
        <p:spPr>
          <a:xfrm>
            <a:off x="4846320" y="3838563"/>
            <a:ext cx="50292" cy="139637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0" name="Shape 1158"/>
          <p:cNvSpPr/>
          <p:nvPr/>
        </p:nvSpPr>
        <p:spPr>
          <a:xfrm>
            <a:off x="4892040" y="3880040"/>
            <a:ext cx="50292" cy="135490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1" name="Shape 1159"/>
          <p:cNvSpPr/>
          <p:nvPr/>
        </p:nvSpPr>
        <p:spPr>
          <a:xfrm>
            <a:off x="4937760" y="3876444"/>
            <a:ext cx="50292" cy="135849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2" name="Shape 1160"/>
          <p:cNvSpPr/>
          <p:nvPr/>
        </p:nvSpPr>
        <p:spPr>
          <a:xfrm>
            <a:off x="4983480" y="3885111"/>
            <a:ext cx="50292" cy="134982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3" name="Shape 1161"/>
          <p:cNvSpPr/>
          <p:nvPr/>
        </p:nvSpPr>
        <p:spPr>
          <a:xfrm>
            <a:off x="5029200" y="3906838"/>
            <a:ext cx="50292" cy="132810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4" name="Shape 1162"/>
          <p:cNvSpPr/>
          <p:nvPr/>
        </p:nvSpPr>
        <p:spPr>
          <a:xfrm>
            <a:off x="5074920" y="3938210"/>
            <a:ext cx="50292" cy="129673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5" name="Shape 1163"/>
          <p:cNvSpPr/>
          <p:nvPr/>
        </p:nvSpPr>
        <p:spPr>
          <a:xfrm>
            <a:off x="5120640" y="3985408"/>
            <a:ext cx="50292" cy="124953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6" name="Shape 1164"/>
          <p:cNvSpPr/>
          <p:nvPr/>
        </p:nvSpPr>
        <p:spPr>
          <a:xfrm>
            <a:off x="5166360" y="4016083"/>
            <a:ext cx="50292" cy="121885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7" name="Shape 1165"/>
          <p:cNvSpPr/>
          <p:nvPr/>
        </p:nvSpPr>
        <p:spPr>
          <a:xfrm>
            <a:off x="5212080" y="4027442"/>
            <a:ext cx="50292" cy="120749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8" name="Shape 1166"/>
          <p:cNvSpPr/>
          <p:nvPr/>
        </p:nvSpPr>
        <p:spPr>
          <a:xfrm>
            <a:off x="5257800" y="4002897"/>
            <a:ext cx="50292" cy="123204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9" name="Shape 1167"/>
          <p:cNvSpPr/>
          <p:nvPr/>
        </p:nvSpPr>
        <p:spPr>
          <a:xfrm>
            <a:off x="5303520" y="4004034"/>
            <a:ext cx="50292" cy="123090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0" name="Shape 1168"/>
          <p:cNvSpPr/>
          <p:nvPr/>
        </p:nvSpPr>
        <p:spPr>
          <a:xfrm>
            <a:off x="5349240" y="4041551"/>
            <a:ext cx="50292" cy="119338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1" name="Shape 1169"/>
          <p:cNvSpPr/>
          <p:nvPr/>
        </p:nvSpPr>
        <p:spPr>
          <a:xfrm>
            <a:off x="5394960" y="4035472"/>
            <a:ext cx="50292" cy="119946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2" name="Shape 1170"/>
          <p:cNvSpPr/>
          <p:nvPr/>
        </p:nvSpPr>
        <p:spPr>
          <a:xfrm>
            <a:off x="5440680" y="3995107"/>
            <a:ext cx="50292" cy="123983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3" name="Shape 1171"/>
          <p:cNvSpPr/>
          <p:nvPr/>
        </p:nvSpPr>
        <p:spPr>
          <a:xfrm>
            <a:off x="5486400" y="3942620"/>
            <a:ext cx="50292" cy="129232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4" name="Shape 1172"/>
          <p:cNvSpPr/>
          <p:nvPr/>
        </p:nvSpPr>
        <p:spPr>
          <a:xfrm>
            <a:off x="5532120" y="3905228"/>
            <a:ext cx="50292" cy="132971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5" name="Shape 1173"/>
          <p:cNvSpPr/>
          <p:nvPr/>
        </p:nvSpPr>
        <p:spPr>
          <a:xfrm>
            <a:off x="5577840" y="3862124"/>
            <a:ext cx="50292" cy="137281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6" name="Shape 1174"/>
          <p:cNvSpPr/>
          <p:nvPr/>
        </p:nvSpPr>
        <p:spPr>
          <a:xfrm>
            <a:off x="5623560" y="3781364"/>
            <a:ext cx="50292" cy="145357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7" name="Shape 1175"/>
          <p:cNvSpPr/>
          <p:nvPr/>
        </p:nvSpPr>
        <p:spPr>
          <a:xfrm>
            <a:off x="5669280" y="3701217"/>
            <a:ext cx="50292" cy="153372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8" name="Shape 1176"/>
          <p:cNvSpPr/>
          <p:nvPr/>
        </p:nvSpPr>
        <p:spPr>
          <a:xfrm>
            <a:off x="5715000" y="3710194"/>
            <a:ext cx="50292" cy="152474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9" name="Shape 1177"/>
          <p:cNvSpPr/>
          <p:nvPr/>
        </p:nvSpPr>
        <p:spPr>
          <a:xfrm>
            <a:off x="5760720" y="3794315"/>
            <a:ext cx="50292" cy="144062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0" name="Shape 1178"/>
          <p:cNvSpPr/>
          <p:nvPr/>
        </p:nvSpPr>
        <p:spPr>
          <a:xfrm>
            <a:off x="5806440" y="3877914"/>
            <a:ext cx="50292" cy="135702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1" name="Shape 1179"/>
          <p:cNvSpPr/>
          <p:nvPr/>
        </p:nvSpPr>
        <p:spPr>
          <a:xfrm>
            <a:off x="5852160" y="3967841"/>
            <a:ext cx="50292" cy="126709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2" name="Shape 1180"/>
          <p:cNvSpPr/>
          <p:nvPr/>
        </p:nvSpPr>
        <p:spPr>
          <a:xfrm>
            <a:off x="5897880" y="4017851"/>
            <a:ext cx="50292" cy="121708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3" name="Shape 1181"/>
          <p:cNvSpPr/>
          <p:nvPr/>
        </p:nvSpPr>
        <p:spPr>
          <a:xfrm>
            <a:off x="5943600" y="3961473"/>
            <a:ext cx="50292" cy="127346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4" name="Shape 1182"/>
          <p:cNvSpPr/>
          <p:nvPr/>
        </p:nvSpPr>
        <p:spPr>
          <a:xfrm>
            <a:off x="5989320" y="3844829"/>
            <a:ext cx="50292" cy="1390111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5" name="Shape 1183"/>
          <p:cNvSpPr/>
          <p:nvPr/>
        </p:nvSpPr>
        <p:spPr>
          <a:xfrm>
            <a:off x="6035040" y="3768692"/>
            <a:ext cx="50292" cy="146624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6" name="Shape 1184"/>
          <p:cNvSpPr/>
          <p:nvPr/>
        </p:nvSpPr>
        <p:spPr>
          <a:xfrm>
            <a:off x="6080760" y="3758958"/>
            <a:ext cx="50292" cy="147598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7" name="Shape 1185"/>
          <p:cNvSpPr/>
          <p:nvPr/>
        </p:nvSpPr>
        <p:spPr>
          <a:xfrm>
            <a:off x="6126480" y="3794472"/>
            <a:ext cx="50292" cy="144046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8" name="Shape 1186"/>
          <p:cNvSpPr/>
          <p:nvPr/>
        </p:nvSpPr>
        <p:spPr>
          <a:xfrm>
            <a:off x="6172200" y="3796119"/>
            <a:ext cx="50292" cy="1438821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9" name="Shape 1187"/>
          <p:cNvSpPr/>
          <p:nvPr/>
        </p:nvSpPr>
        <p:spPr>
          <a:xfrm>
            <a:off x="6217920" y="3787031"/>
            <a:ext cx="50292" cy="144790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0" name="Shape 1188"/>
          <p:cNvSpPr/>
          <p:nvPr/>
        </p:nvSpPr>
        <p:spPr>
          <a:xfrm>
            <a:off x="6263640" y="3825974"/>
            <a:ext cx="50292" cy="140896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1" name="Shape 1189"/>
          <p:cNvSpPr/>
          <p:nvPr/>
        </p:nvSpPr>
        <p:spPr>
          <a:xfrm>
            <a:off x="6309360" y="3864908"/>
            <a:ext cx="50292" cy="137003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2" name="Shape 1190"/>
          <p:cNvSpPr/>
          <p:nvPr/>
        </p:nvSpPr>
        <p:spPr>
          <a:xfrm>
            <a:off x="6355080" y="3888106"/>
            <a:ext cx="50292" cy="134683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3" name="Shape 1191"/>
          <p:cNvSpPr/>
          <p:nvPr/>
        </p:nvSpPr>
        <p:spPr>
          <a:xfrm>
            <a:off x="6400800" y="3908011"/>
            <a:ext cx="50292" cy="132692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4" name="Shape 1192"/>
          <p:cNvSpPr/>
          <p:nvPr/>
        </p:nvSpPr>
        <p:spPr>
          <a:xfrm>
            <a:off x="6446520" y="3942960"/>
            <a:ext cx="50292" cy="129198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5" name="Shape 1193"/>
          <p:cNvSpPr/>
          <p:nvPr/>
        </p:nvSpPr>
        <p:spPr>
          <a:xfrm>
            <a:off x="6492240" y="3985273"/>
            <a:ext cx="50292" cy="124966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6" name="Shape 1194"/>
          <p:cNvSpPr/>
          <p:nvPr/>
        </p:nvSpPr>
        <p:spPr>
          <a:xfrm>
            <a:off x="6537960" y="4021244"/>
            <a:ext cx="50292" cy="121369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7" name="Shape 1195"/>
          <p:cNvSpPr/>
          <p:nvPr/>
        </p:nvSpPr>
        <p:spPr>
          <a:xfrm>
            <a:off x="6583680" y="4072444"/>
            <a:ext cx="50292" cy="116249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8" name="Shape 1196"/>
          <p:cNvSpPr/>
          <p:nvPr/>
        </p:nvSpPr>
        <p:spPr>
          <a:xfrm>
            <a:off x="6629400" y="4086448"/>
            <a:ext cx="50292" cy="114849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9" name="Shape 1197"/>
          <p:cNvSpPr/>
          <p:nvPr/>
        </p:nvSpPr>
        <p:spPr>
          <a:xfrm>
            <a:off x="6675120" y="4057614"/>
            <a:ext cx="50292" cy="117732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0" name="Shape 1198"/>
          <p:cNvSpPr/>
          <p:nvPr/>
        </p:nvSpPr>
        <p:spPr>
          <a:xfrm>
            <a:off x="6720840" y="4046768"/>
            <a:ext cx="50292" cy="118817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1" name="Shape 1199"/>
          <p:cNvSpPr/>
          <p:nvPr/>
        </p:nvSpPr>
        <p:spPr>
          <a:xfrm>
            <a:off x="6766560" y="4038169"/>
            <a:ext cx="50292" cy="1196771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2" name="Shape 1200"/>
          <p:cNvSpPr/>
          <p:nvPr/>
        </p:nvSpPr>
        <p:spPr>
          <a:xfrm>
            <a:off x="6812280" y="3992621"/>
            <a:ext cx="50292" cy="124231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3" name="Shape 1201"/>
          <p:cNvSpPr/>
          <p:nvPr/>
        </p:nvSpPr>
        <p:spPr>
          <a:xfrm>
            <a:off x="6858000" y="3988018"/>
            <a:ext cx="50292" cy="124692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4" name="Shape 1202"/>
          <p:cNvSpPr/>
          <p:nvPr/>
        </p:nvSpPr>
        <p:spPr>
          <a:xfrm>
            <a:off x="6903720" y="4063200"/>
            <a:ext cx="50292" cy="117174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5" name="Shape 1203"/>
          <p:cNvSpPr/>
          <p:nvPr/>
        </p:nvSpPr>
        <p:spPr>
          <a:xfrm>
            <a:off x="6949440" y="4092772"/>
            <a:ext cx="50292" cy="114216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6" name="Shape 1204"/>
          <p:cNvSpPr/>
          <p:nvPr/>
        </p:nvSpPr>
        <p:spPr>
          <a:xfrm>
            <a:off x="6995160" y="4018269"/>
            <a:ext cx="50292" cy="1216671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7" name="Shape 1205"/>
          <p:cNvSpPr/>
          <p:nvPr/>
        </p:nvSpPr>
        <p:spPr>
          <a:xfrm>
            <a:off x="7040880" y="3948141"/>
            <a:ext cx="50292" cy="128679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8" name="Shape 1206"/>
          <p:cNvSpPr/>
          <p:nvPr/>
        </p:nvSpPr>
        <p:spPr>
          <a:xfrm>
            <a:off x="7086600" y="3957743"/>
            <a:ext cx="50292" cy="127719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9" name="Shape 1207"/>
          <p:cNvSpPr/>
          <p:nvPr/>
        </p:nvSpPr>
        <p:spPr>
          <a:xfrm>
            <a:off x="7132320" y="4018933"/>
            <a:ext cx="50292" cy="121600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0" name="Shape 1208"/>
          <p:cNvSpPr/>
          <p:nvPr/>
        </p:nvSpPr>
        <p:spPr>
          <a:xfrm>
            <a:off x="7178040" y="4074473"/>
            <a:ext cx="50292" cy="116046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1" name="Shape 1209"/>
          <p:cNvSpPr/>
          <p:nvPr/>
        </p:nvSpPr>
        <p:spPr>
          <a:xfrm>
            <a:off x="7223760" y="4080422"/>
            <a:ext cx="50292" cy="115451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2" name="Shape 1210"/>
          <p:cNvSpPr/>
          <p:nvPr/>
        </p:nvSpPr>
        <p:spPr>
          <a:xfrm>
            <a:off x="7269480" y="4078999"/>
            <a:ext cx="50292" cy="1155941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3" name="Shape 1211"/>
          <p:cNvSpPr/>
          <p:nvPr/>
        </p:nvSpPr>
        <p:spPr>
          <a:xfrm>
            <a:off x="7315200" y="4092850"/>
            <a:ext cx="50292" cy="114209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4" name="Shape 1212"/>
          <p:cNvSpPr/>
          <p:nvPr/>
        </p:nvSpPr>
        <p:spPr>
          <a:xfrm>
            <a:off x="7360920" y="4114964"/>
            <a:ext cx="50292" cy="111997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5" name="Shape 1213"/>
          <p:cNvSpPr/>
          <p:nvPr/>
        </p:nvSpPr>
        <p:spPr>
          <a:xfrm>
            <a:off x="7406640" y="4119902"/>
            <a:ext cx="50292" cy="111503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6" name="Shape 1214"/>
          <p:cNvSpPr/>
          <p:nvPr/>
        </p:nvSpPr>
        <p:spPr>
          <a:xfrm>
            <a:off x="7452360" y="4078372"/>
            <a:ext cx="50292" cy="115656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7" name="Shape 1215"/>
          <p:cNvSpPr/>
          <p:nvPr/>
        </p:nvSpPr>
        <p:spPr>
          <a:xfrm>
            <a:off x="7498080" y="4045035"/>
            <a:ext cx="50292" cy="118990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8" name="Shape 1216"/>
          <p:cNvSpPr/>
          <p:nvPr/>
        </p:nvSpPr>
        <p:spPr>
          <a:xfrm>
            <a:off x="7543800" y="4008796"/>
            <a:ext cx="50292" cy="122614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9" name="Shape 1217"/>
          <p:cNvSpPr/>
          <p:nvPr/>
        </p:nvSpPr>
        <p:spPr>
          <a:xfrm>
            <a:off x="7589520" y="3952773"/>
            <a:ext cx="50292" cy="128216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0" name="Shape 1218"/>
          <p:cNvSpPr/>
          <p:nvPr/>
        </p:nvSpPr>
        <p:spPr>
          <a:xfrm>
            <a:off x="7635240" y="3950588"/>
            <a:ext cx="50292" cy="128435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1" name="Shape 1219"/>
          <p:cNvSpPr/>
          <p:nvPr/>
        </p:nvSpPr>
        <p:spPr>
          <a:xfrm>
            <a:off x="7680960" y="3994970"/>
            <a:ext cx="50292" cy="123997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2" name="Shape 1220"/>
          <p:cNvSpPr/>
          <p:nvPr/>
        </p:nvSpPr>
        <p:spPr>
          <a:xfrm>
            <a:off x="7726680" y="4000616"/>
            <a:ext cx="50292" cy="123432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3" name="Shape 1221"/>
          <p:cNvSpPr/>
          <p:nvPr/>
        </p:nvSpPr>
        <p:spPr>
          <a:xfrm>
            <a:off x="7772400" y="3982989"/>
            <a:ext cx="50292" cy="1251951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4" name="Shape 1222"/>
          <p:cNvSpPr/>
          <p:nvPr/>
        </p:nvSpPr>
        <p:spPr>
          <a:xfrm>
            <a:off x="7818120" y="3981015"/>
            <a:ext cx="50292" cy="125392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5" name="Shape 1223"/>
          <p:cNvSpPr/>
          <p:nvPr/>
        </p:nvSpPr>
        <p:spPr>
          <a:xfrm>
            <a:off x="7863840" y="3945127"/>
            <a:ext cx="50292" cy="128981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6" name="Shape 1224"/>
          <p:cNvSpPr/>
          <p:nvPr/>
        </p:nvSpPr>
        <p:spPr>
          <a:xfrm>
            <a:off x="7909560" y="3873646"/>
            <a:ext cx="50292" cy="136129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7" name="Shape 1225"/>
          <p:cNvSpPr/>
          <p:nvPr/>
        </p:nvSpPr>
        <p:spPr>
          <a:xfrm>
            <a:off x="7955280" y="3814585"/>
            <a:ext cx="50292" cy="142035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8" name="Shape 1226"/>
          <p:cNvSpPr/>
          <p:nvPr/>
        </p:nvSpPr>
        <p:spPr>
          <a:xfrm>
            <a:off x="8001000" y="3790526"/>
            <a:ext cx="50292" cy="144441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9" name="Shape 1227"/>
          <p:cNvSpPr/>
          <p:nvPr/>
        </p:nvSpPr>
        <p:spPr>
          <a:xfrm>
            <a:off x="8046720" y="3742708"/>
            <a:ext cx="50292" cy="149223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0" name="Shape 1228"/>
          <p:cNvSpPr/>
          <p:nvPr/>
        </p:nvSpPr>
        <p:spPr>
          <a:xfrm>
            <a:off x="8092440" y="3694504"/>
            <a:ext cx="50292" cy="154043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1" name="Shape 1229"/>
          <p:cNvSpPr/>
          <p:nvPr/>
        </p:nvSpPr>
        <p:spPr>
          <a:xfrm>
            <a:off x="8138160" y="3729818"/>
            <a:ext cx="50292" cy="150512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2" name="Shape 1230"/>
          <p:cNvSpPr/>
          <p:nvPr/>
        </p:nvSpPr>
        <p:spPr>
          <a:xfrm>
            <a:off x="8183880" y="3791297"/>
            <a:ext cx="50292" cy="144364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3" name="Shape 1231"/>
          <p:cNvSpPr/>
          <p:nvPr/>
        </p:nvSpPr>
        <p:spPr>
          <a:xfrm>
            <a:off x="8229600" y="3809176"/>
            <a:ext cx="50292" cy="142576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4" name="Shape 1232"/>
          <p:cNvSpPr/>
          <p:nvPr/>
        </p:nvSpPr>
        <p:spPr>
          <a:xfrm>
            <a:off x="8275320" y="3849798"/>
            <a:ext cx="50292" cy="138514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5" name="Shape 1233"/>
          <p:cNvSpPr/>
          <p:nvPr/>
        </p:nvSpPr>
        <p:spPr>
          <a:xfrm>
            <a:off x="8321040" y="3936257"/>
            <a:ext cx="50292" cy="129868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6" name="Shape 1234"/>
          <p:cNvSpPr/>
          <p:nvPr/>
        </p:nvSpPr>
        <p:spPr>
          <a:xfrm>
            <a:off x="8366760" y="3996341"/>
            <a:ext cx="50292" cy="123859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7" name="Shape 1235"/>
          <p:cNvSpPr/>
          <p:nvPr/>
        </p:nvSpPr>
        <p:spPr>
          <a:xfrm>
            <a:off x="8412480" y="4004866"/>
            <a:ext cx="50292" cy="123007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8" name="Shape 1236"/>
          <p:cNvSpPr/>
          <p:nvPr/>
        </p:nvSpPr>
        <p:spPr>
          <a:xfrm>
            <a:off x="8458200" y="3974217"/>
            <a:ext cx="50292" cy="126072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9" name="Shape 1237"/>
          <p:cNvSpPr/>
          <p:nvPr/>
        </p:nvSpPr>
        <p:spPr>
          <a:xfrm>
            <a:off x="8503920" y="3955823"/>
            <a:ext cx="50292" cy="127911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0" name="Shape 1238"/>
          <p:cNvSpPr/>
          <p:nvPr/>
        </p:nvSpPr>
        <p:spPr>
          <a:xfrm>
            <a:off x="8549640" y="3955783"/>
            <a:ext cx="50292" cy="127915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1" name="Shape 1239"/>
          <p:cNvSpPr/>
          <p:nvPr/>
        </p:nvSpPr>
        <p:spPr>
          <a:xfrm>
            <a:off x="8595360" y="3948824"/>
            <a:ext cx="50292" cy="128611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2" name="Shape 1240"/>
          <p:cNvSpPr/>
          <p:nvPr/>
        </p:nvSpPr>
        <p:spPr>
          <a:xfrm>
            <a:off x="8641080" y="3941382"/>
            <a:ext cx="50292" cy="129355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3" name="Shape 1241"/>
          <p:cNvSpPr/>
          <p:nvPr/>
        </p:nvSpPr>
        <p:spPr>
          <a:xfrm>
            <a:off x="8686800" y="3934216"/>
            <a:ext cx="50292" cy="130072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4" name="Shape 1242"/>
          <p:cNvSpPr/>
          <p:nvPr/>
        </p:nvSpPr>
        <p:spPr>
          <a:xfrm>
            <a:off x="8732520" y="3905178"/>
            <a:ext cx="50292" cy="132976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5" name="Shape 1243"/>
          <p:cNvSpPr/>
          <p:nvPr/>
        </p:nvSpPr>
        <p:spPr>
          <a:xfrm>
            <a:off x="8778240" y="3871682"/>
            <a:ext cx="50292" cy="136325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6" name="Shape 1244"/>
          <p:cNvSpPr/>
          <p:nvPr/>
        </p:nvSpPr>
        <p:spPr>
          <a:xfrm>
            <a:off x="8823960" y="3882118"/>
            <a:ext cx="50292" cy="135282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7" name="Shape 1245"/>
          <p:cNvSpPr/>
          <p:nvPr/>
        </p:nvSpPr>
        <p:spPr>
          <a:xfrm>
            <a:off x="8869680" y="3897288"/>
            <a:ext cx="50292" cy="133765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8" name="Shape 1246"/>
          <p:cNvSpPr/>
          <p:nvPr/>
        </p:nvSpPr>
        <p:spPr>
          <a:xfrm>
            <a:off x="8915400" y="3889411"/>
            <a:ext cx="50292" cy="134552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9" name="Shape 1247"/>
          <p:cNvSpPr/>
          <p:nvPr/>
        </p:nvSpPr>
        <p:spPr>
          <a:xfrm>
            <a:off x="8961120" y="3873431"/>
            <a:ext cx="50292" cy="136150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0" name="Shape 1248"/>
          <p:cNvSpPr/>
          <p:nvPr/>
        </p:nvSpPr>
        <p:spPr>
          <a:xfrm>
            <a:off x="9006840" y="3845513"/>
            <a:ext cx="50292" cy="138942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1" name="Shape 1249"/>
          <p:cNvSpPr/>
          <p:nvPr/>
        </p:nvSpPr>
        <p:spPr>
          <a:xfrm>
            <a:off x="9052560" y="3794343"/>
            <a:ext cx="50292" cy="144059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2" name="Shape 1250"/>
          <p:cNvSpPr/>
          <p:nvPr/>
        </p:nvSpPr>
        <p:spPr>
          <a:xfrm>
            <a:off x="9098280" y="3746936"/>
            <a:ext cx="50292" cy="148800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3" name="Shape 1251"/>
          <p:cNvSpPr/>
          <p:nvPr/>
        </p:nvSpPr>
        <p:spPr>
          <a:xfrm>
            <a:off x="0" y="4549140"/>
            <a:ext cx="9144000" cy="777240"/>
          </a:xfrm>
          <a:prstGeom prst="rect">
            <a:avLst/>
          </a:prstGeom>
          <a:solidFill>
            <a:srgbClr val="0A152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54" name="Shape 1252"/>
          <p:cNvSpPr/>
          <p:nvPr/>
        </p:nvSpPr>
        <p:spPr>
          <a:xfrm>
            <a:off x="5980781" y="4932133"/>
            <a:ext cx="255043" cy="26366"/>
          </a:xfrm>
          <a:prstGeom prst="rect">
            <a:avLst/>
          </a:prstGeom>
          <a:solidFill>
            <a:srgbClr val="2B4159">
              <a:alpha val="3174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5" name="Shape 1253"/>
          <p:cNvSpPr/>
          <p:nvPr/>
        </p:nvSpPr>
        <p:spPr>
          <a:xfrm>
            <a:off x="1366725" y="4853466"/>
            <a:ext cx="475603" cy="20859"/>
          </a:xfrm>
          <a:prstGeom prst="rect">
            <a:avLst/>
          </a:prstGeom>
          <a:solidFill>
            <a:srgbClr val="273D54">
              <a:alpha val="3490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6" name="Shape 1254"/>
          <p:cNvSpPr/>
          <p:nvPr/>
        </p:nvSpPr>
        <p:spPr>
          <a:xfrm>
            <a:off x="7306716" y="4815173"/>
            <a:ext cx="185155" cy="17208"/>
          </a:xfrm>
          <a:prstGeom prst="rect">
            <a:avLst/>
          </a:prstGeom>
          <a:solidFill>
            <a:srgbClr val="263C51">
              <a:alpha val="4564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7" name="Shape 1255"/>
          <p:cNvSpPr/>
          <p:nvPr/>
        </p:nvSpPr>
        <p:spPr>
          <a:xfrm>
            <a:off x="7238309" y="4667475"/>
            <a:ext cx="442427" cy="22241"/>
          </a:xfrm>
          <a:prstGeom prst="rect">
            <a:avLst/>
          </a:prstGeom>
          <a:solidFill>
            <a:srgbClr val="1F3548">
              <a:alpha val="4212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8" name="Shape 1256"/>
          <p:cNvSpPr/>
          <p:nvPr/>
        </p:nvSpPr>
        <p:spPr>
          <a:xfrm>
            <a:off x="5880174" y="5156233"/>
            <a:ext cx="286740" cy="24841"/>
          </a:xfrm>
          <a:prstGeom prst="rect">
            <a:avLst/>
          </a:prstGeom>
          <a:solidFill>
            <a:srgbClr val="354B68">
              <a:alpha val="5434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9" name="Shape 1257"/>
          <p:cNvSpPr/>
          <p:nvPr/>
        </p:nvSpPr>
        <p:spPr>
          <a:xfrm>
            <a:off x="4775304" y="4988713"/>
            <a:ext cx="187233" cy="26421"/>
          </a:xfrm>
          <a:prstGeom prst="rect">
            <a:avLst/>
          </a:prstGeom>
          <a:solidFill>
            <a:srgbClr val="2D435D">
              <a:alpha val="4937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0" name="Shape 1258"/>
          <p:cNvSpPr/>
          <p:nvPr/>
        </p:nvSpPr>
        <p:spPr>
          <a:xfrm>
            <a:off x="6883225" y="5179929"/>
            <a:ext cx="283922" cy="25349"/>
          </a:xfrm>
          <a:prstGeom prst="rect">
            <a:avLst/>
          </a:prstGeom>
          <a:solidFill>
            <a:srgbClr val="364C69">
              <a:alpha val="4774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1" name="Shape 1259"/>
          <p:cNvSpPr/>
          <p:nvPr/>
        </p:nvSpPr>
        <p:spPr>
          <a:xfrm>
            <a:off x="291501" y="4774743"/>
            <a:ext cx="204507" cy="26651"/>
          </a:xfrm>
          <a:prstGeom prst="rect">
            <a:avLst/>
          </a:prstGeom>
          <a:solidFill>
            <a:srgbClr val="243A4F">
              <a:alpha val="3300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2" name="Shape 1260"/>
          <p:cNvSpPr/>
          <p:nvPr/>
        </p:nvSpPr>
        <p:spPr>
          <a:xfrm>
            <a:off x="5709701" y="5023693"/>
            <a:ext cx="481663" cy="20578"/>
          </a:xfrm>
          <a:prstGeom prst="rect">
            <a:avLst/>
          </a:prstGeom>
          <a:solidFill>
            <a:srgbClr val="2F455F">
              <a:alpha val="5293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3" name="Shape 1261"/>
          <p:cNvSpPr/>
          <p:nvPr/>
        </p:nvSpPr>
        <p:spPr>
          <a:xfrm>
            <a:off x="2639846" y="4744937"/>
            <a:ext cx="368742" cy="20630"/>
          </a:xfrm>
          <a:prstGeom prst="rect">
            <a:avLst/>
          </a:prstGeom>
          <a:solidFill>
            <a:srgbClr val="23394D">
              <a:alpha val="3471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4" name="Shape 1262"/>
          <p:cNvSpPr/>
          <p:nvPr/>
        </p:nvSpPr>
        <p:spPr>
          <a:xfrm>
            <a:off x="802741" y="5112799"/>
            <a:ext cx="384774" cy="23231"/>
          </a:xfrm>
          <a:prstGeom prst="rect">
            <a:avLst/>
          </a:prstGeom>
          <a:solidFill>
            <a:srgbClr val="334965">
              <a:alpha val="4184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5" name="Shape 1263"/>
          <p:cNvSpPr/>
          <p:nvPr/>
        </p:nvSpPr>
        <p:spPr>
          <a:xfrm>
            <a:off x="6513933" y="5036476"/>
            <a:ext cx="139161" cy="19888"/>
          </a:xfrm>
          <a:prstGeom prst="rect">
            <a:avLst/>
          </a:prstGeom>
          <a:solidFill>
            <a:srgbClr val="2F4560">
              <a:alpha val="3014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6" name="Shape 1264"/>
          <p:cNvSpPr/>
          <p:nvPr/>
        </p:nvSpPr>
        <p:spPr>
          <a:xfrm>
            <a:off x="2539372" y="4806878"/>
            <a:ext cx="231399" cy="14696"/>
          </a:xfrm>
          <a:prstGeom prst="rect">
            <a:avLst/>
          </a:prstGeom>
          <a:solidFill>
            <a:srgbClr val="253B51">
              <a:alpha val="3064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7" name="Shape 1265"/>
          <p:cNvSpPr/>
          <p:nvPr/>
        </p:nvSpPr>
        <p:spPr>
          <a:xfrm>
            <a:off x="5055119" y="5124832"/>
            <a:ext cx="199758" cy="25097"/>
          </a:xfrm>
          <a:prstGeom prst="rect">
            <a:avLst/>
          </a:prstGeom>
          <a:solidFill>
            <a:srgbClr val="334966">
              <a:alpha val="5001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8" name="Shape 1266"/>
          <p:cNvSpPr/>
          <p:nvPr/>
        </p:nvSpPr>
        <p:spPr>
          <a:xfrm>
            <a:off x="2253745" y="5152566"/>
            <a:ext cx="217780" cy="15579"/>
          </a:xfrm>
          <a:prstGeom prst="rect">
            <a:avLst/>
          </a:prstGeom>
          <a:solidFill>
            <a:srgbClr val="344A68">
              <a:alpha val="3411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9" name="Shape 1267"/>
          <p:cNvSpPr/>
          <p:nvPr/>
        </p:nvSpPr>
        <p:spPr>
          <a:xfrm>
            <a:off x="2939480" y="4965023"/>
            <a:ext cx="261808" cy="25695"/>
          </a:xfrm>
          <a:prstGeom prst="rect">
            <a:avLst/>
          </a:prstGeom>
          <a:solidFill>
            <a:srgbClr val="2C425B">
              <a:alpha val="4982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0" name="Shape 1268"/>
          <p:cNvSpPr/>
          <p:nvPr/>
        </p:nvSpPr>
        <p:spPr>
          <a:xfrm>
            <a:off x="3605790" y="4879459"/>
            <a:ext cx="286712" cy="18008"/>
          </a:xfrm>
          <a:prstGeom prst="rect">
            <a:avLst/>
          </a:prstGeom>
          <a:solidFill>
            <a:srgbClr val="283E56">
              <a:alpha val="3812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1" name="Shape 1269"/>
          <p:cNvSpPr/>
          <p:nvPr/>
        </p:nvSpPr>
        <p:spPr>
          <a:xfrm>
            <a:off x="1453279" y="4661945"/>
            <a:ext cx="428579" cy="22449"/>
          </a:xfrm>
          <a:prstGeom prst="rect">
            <a:avLst/>
          </a:prstGeom>
          <a:solidFill>
            <a:srgbClr val="1F3547">
              <a:alpha val="3319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2" name="Shape 1270"/>
          <p:cNvSpPr/>
          <p:nvPr/>
        </p:nvSpPr>
        <p:spPr>
          <a:xfrm>
            <a:off x="651578" y="4953535"/>
            <a:ext cx="158092" cy="16778"/>
          </a:xfrm>
          <a:prstGeom prst="rect">
            <a:avLst/>
          </a:prstGeom>
          <a:solidFill>
            <a:srgbClr val="2C425B">
              <a:alpha val="3837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3" name="Shape 1271"/>
          <p:cNvSpPr/>
          <p:nvPr/>
        </p:nvSpPr>
        <p:spPr>
          <a:xfrm>
            <a:off x="2224857" y="4664211"/>
            <a:ext cx="270644" cy="15914"/>
          </a:xfrm>
          <a:prstGeom prst="rect">
            <a:avLst/>
          </a:prstGeom>
          <a:solidFill>
            <a:srgbClr val="1F3548">
              <a:alpha val="4803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4" name="Shape 1272"/>
          <p:cNvSpPr/>
          <p:nvPr/>
        </p:nvSpPr>
        <p:spPr>
          <a:xfrm>
            <a:off x="3476410" y="5181194"/>
            <a:ext cx="343710" cy="14807"/>
          </a:xfrm>
          <a:prstGeom prst="rect">
            <a:avLst/>
          </a:prstGeom>
          <a:solidFill>
            <a:srgbClr val="364C69">
              <a:alpha val="3379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5" name="Shape 1273"/>
          <p:cNvSpPr/>
          <p:nvPr/>
        </p:nvSpPr>
        <p:spPr>
          <a:xfrm>
            <a:off x="6696034" y="5106483"/>
            <a:ext cx="438404" cy="14060"/>
          </a:xfrm>
          <a:prstGeom prst="rect">
            <a:avLst/>
          </a:prstGeom>
          <a:solidFill>
            <a:srgbClr val="324865">
              <a:alpha val="3550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6" name="Shape 1274"/>
          <p:cNvSpPr/>
          <p:nvPr/>
        </p:nvSpPr>
        <p:spPr>
          <a:xfrm>
            <a:off x="1214353" y="5183954"/>
            <a:ext cx="493134" cy="19122"/>
          </a:xfrm>
          <a:prstGeom prst="rect">
            <a:avLst/>
          </a:prstGeom>
          <a:solidFill>
            <a:srgbClr val="364C6A">
              <a:alpha val="3337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7" name="Shape 1275"/>
          <p:cNvSpPr/>
          <p:nvPr/>
        </p:nvSpPr>
        <p:spPr>
          <a:xfrm>
            <a:off x="2110464" y="4753341"/>
            <a:ext cx="152380" cy="21182"/>
          </a:xfrm>
          <a:prstGeom prst="rect">
            <a:avLst/>
          </a:prstGeom>
          <a:solidFill>
            <a:srgbClr val="23394D">
              <a:alpha val="3627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8" name="Shape 1276"/>
          <p:cNvSpPr/>
          <p:nvPr/>
        </p:nvSpPr>
        <p:spPr>
          <a:xfrm>
            <a:off x="2837001" y="5095539"/>
            <a:ext cx="357930" cy="23891"/>
          </a:xfrm>
          <a:prstGeom prst="rect">
            <a:avLst/>
          </a:prstGeom>
          <a:solidFill>
            <a:srgbClr val="324864">
              <a:alpha val="5498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9" name="Shape 1277"/>
          <p:cNvSpPr/>
          <p:nvPr/>
        </p:nvSpPr>
        <p:spPr>
          <a:xfrm>
            <a:off x="3696816" y="5001240"/>
            <a:ext cx="444484" cy="14092"/>
          </a:xfrm>
          <a:prstGeom prst="rect">
            <a:avLst/>
          </a:prstGeom>
          <a:solidFill>
            <a:srgbClr val="2E445E">
              <a:alpha val="4410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0" name="Shape 1278"/>
          <p:cNvSpPr/>
          <p:nvPr/>
        </p:nvSpPr>
        <p:spPr>
          <a:xfrm>
            <a:off x="6030826" y="4959219"/>
            <a:ext cx="187129" cy="21654"/>
          </a:xfrm>
          <a:prstGeom prst="rect">
            <a:avLst/>
          </a:prstGeom>
          <a:solidFill>
            <a:srgbClr val="2C425B">
              <a:alpha val="3937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1" name="Shape 1279"/>
          <p:cNvSpPr/>
          <p:nvPr/>
        </p:nvSpPr>
        <p:spPr>
          <a:xfrm>
            <a:off x="6773102" y="5148816"/>
            <a:ext cx="193342" cy="16583"/>
          </a:xfrm>
          <a:prstGeom prst="rect">
            <a:avLst/>
          </a:prstGeom>
          <a:solidFill>
            <a:srgbClr val="344A67">
              <a:alpha val="4183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2" name="Shape 1280"/>
          <p:cNvSpPr/>
          <p:nvPr/>
        </p:nvSpPr>
        <p:spPr>
          <a:xfrm>
            <a:off x="5724020" y="4880878"/>
            <a:ext cx="417013" cy="18682"/>
          </a:xfrm>
          <a:prstGeom prst="rect">
            <a:avLst/>
          </a:prstGeom>
          <a:solidFill>
            <a:srgbClr val="293F56">
              <a:alpha val="3219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3" name="Shape 1281"/>
          <p:cNvSpPr/>
          <p:nvPr/>
        </p:nvSpPr>
        <p:spPr>
          <a:xfrm>
            <a:off x="7641105" y="4847792"/>
            <a:ext cx="251234" cy="14136"/>
          </a:xfrm>
          <a:prstGeom prst="rect">
            <a:avLst/>
          </a:prstGeom>
          <a:solidFill>
            <a:srgbClr val="273D54">
              <a:alpha val="4583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4" name="Shape 1282"/>
          <p:cNvSpPr/>
          <p:nvPr/>
        </p:nvSpPr>
        <p:spPr>
          <a:xfrm>
            <a:off x="6911272" y="5101634"/>
            <a:ext cx="159913" cy="24103"/>
          </a:xfrm>
          <a:prstGeom prst="rect">
            <a:avLst/>
          </a:prstGeom>
          <a:solidFill>
            <a:srgbClr val="324864">
              <a:alpha val="4296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5" name="Shape 1283"/>
          <p:cNvSpPr/>
          <p:nvPr/>
        </p:nvSpPr>
        <p:spPr>
          <a:xfrm>
            <a:off x="6032559" y="4712874"/>
            <a:ext cx="181281" cy="23036"/>
          </a:xfrm>
          <a:prstGeom prst="rect">
            <a:avLst/>
          </a:prstGeom>
          <a:solidFill>
            <a:srgbClr val="21374B">
              <a:alpha val="4499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6" name="Shape 1284"/>
          <p:cNvSpPr/>
          <p:nvPr/>
        </p:nvSpPr>
        <p:spPr>
          <a:xfrm>
            <a:off x="4040066" y="5162937"/>
            <a:ext cx="161338" cy="24835"/>
          </a:xfrm>
          <a:prstGeom prst="rect">
            <a:avLst/>
          </a:prstGeom>
          <a:solidFill>
            <a:srgbClr val="354B68">
              <a:alpha val="506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7" name="Shape 1285"/>
          <p:cNvSpPr/>
          <p:nvPr/>
        </p:nvSpPr>
        <p:spPr>
          <a:xfrm>
            <a:off x="221406" y="4631125"/>
            <a:ext cx="216967" cy="19855"/>
          </a:xfrm>
          <a:prstGeom prst="rect">
            <a:avLst/>
          </a:prstGeom>
          <a:solidFill>
            <a:srgbClr val="1E3445">
              <a:alpha val="3105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8" name="Shape 1286"/>
          <p:cNvSpPr/>
          <p:nvPr/>
        </p:nvSpPr>
        <p:spPr>
          <a:xfrm>
            <a:off x="3710909" y="5190044"/>
            <a:ext cx="319215" cy="14398"/>
          </a:xfrm>
          <a:prstGeom prst="rect">
            <a:avLst/>
          </a:prstGeom>
          <a:solidFill>
            <a:srgbClr val="364C6A">
              <a:alpha val="4418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9" name="Shape 1287"/>
          <p:cNvSpPr/>
          <p:nvPr/>
        </p:nvSpPr>
        <p:spPr>
          <a:xfrm>
            <a:off x="4265157" y="4983006"/>
            <a:ext cx="194754" cy="16474"/>
          </a:xfrm>
          <a:prstGeom prst="rect">
            <a:avLst/>
          </a:prstGeom>
          <a:solidFill>
            <a:srgbClr val="2D435C">
              <a:alpha val="5210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0" name="Shape 1288"/>
          <p:cNvSpPr/>
          <p:nvPr/>
        </p:nvSpPr>
        <p:spPr>
          <a:xfrm>
            <a:off x="6755928" y="5046211"/>
            <a:ext cx="212766" cy="16908"/>
          </a:xfrm>
          <a:prstGeom prst="rect">
            <a:avLst/>
          </a:prstGeom>
          <a:solidFill>
            <a:srgbClr val="304661">
              <a:alpha val="481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1" name="Shape 1289"/>
          <p:cNvSpPr/>
          <p:nvPr/>
        </p:nvSpPr>
        <p:spPr>
          <a:xfrm>
            <a:off x="1948663" y="4858593"/>
            <a:ext cx="172322" cy="19266"/>
          </a:xfrm>
          <a:prstGeom prst="rect">
            <a:avLst/>
          </a:prstGeom>
          <a:solidFill>
            <a:srgbClr val="283E54">
              <a:alpha val="4013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2" name="Shape 1290"/>
          <p:cNvSpPr/>
          <p:nvPr/>
        </p:nvSpPr>
        <p:spPr>
          <a:xfrm>
            <a:off x="4397897" y="5191929"/>
            <a:ext cx="334317" cy="15506"/>
          </a:xfrm>
          <a:prstGeom prst="rect">
            <a:avLst/>
          </a:prstGeom>
          <a:solidFill>
            <a:srgbClr val="364C6A">
              <a:alpha val="3855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3" name="Shape 1291"/>
          <p:cNvSpPr/>
          <p:nvPr/>
        </p:nvSpPr>
        <p:spPr>
          <a:xfrm>
            <a:off x="3791777" y="5116927"/>
            <a:ext cx="222733" cy="15816"/>
          </a:xfrm>
          <a:prstGeom prst="rect">
            <a:avLst/>
          </a:prstGeom>
          <a:solidFill>
            <a:srgbClr val="334965">
              <a:alpha val="3753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4" name="Shape 1292"/>
          <p:cNvSpPr/>
          <p:nvPr/>
        </p:nvSpPr>
        <p:spPr>
          <a:xfrm>
            <a:off x="863710" y="5201121"/>
            <a:ext cx="457186" cy="26307"/>
          </a:xfrm>
          <a:prstGeom prst="rect">
            <a:avLst/>
          </a:prstGeom>
          <a:solidFill>
            <a:srgbClr val="374D6B">
              <a:alpha val="4934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5" name="Shape 1293"/>
          <p:cNvSpPr/>
          <p:nvPr/>
        </p:nvSpPr>
        <p:spPr>
          <a:xfrm>
            <a:off x="4009596" y="4993895"/>
            <a:ext cx="404877" cy="16166"/>
          </a:xfrm>
          <a:prstGeom prst="rect">
            <a:avLst/>
          </a:prstGeom>
          <a:solidFill>
            <a:srgbClr val="2D435D">
              <a:alpha val="4635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6" name="Shape 1294"/>
          <p:cNvSpPr/>
          <p:nvPr/>
        </p:nvSpPr>
        <p:spPr>
          <a:xfrm>
            <a:off x="5978728" y="5025925"/>
            <a:ext cx="304397" cy="18059"/>
          </a:xfrm>
          <a:prstGeom prst="rect">
            <a:avLst/>
          </a:prstGeom>
          <a:solidFill>
            <a:srgbClr val="2F455F">
              <a:alpha val="3837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7" name="Shape 1295"/>
          <p:cNvSpPr/>
          <p:nvPr/>
        </p:nvSpPr>
        <p:spPr>
          <a:xfrm>
            <a:off x="5039468" y="5201049"/>
            <a:ext cx="494980" cy="25752"/>
          </a:xfrm>
          <a:prstGeom prst="rect">
            <a:avLst/>
          </a:prstGeom>
          <a:solidFill>
            <a:srgbClr val="374D6B">
              <a:alpha val="4644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8" name="Shape 1296"/>
          <p:cNvSpPr/>
          <p:nvPr/>
        </p:nvSpPr>
        <p:spPr>
          <a:xfrm>
            <a:off x="7245337" y="4936760"/>
            <a:ext cx="468872" cy="17014"/>
          </a:xfrm>
          <a:prstGeom prst="rect">
            <a:avLst/>
          </a:prstGeom>
          <a:solidFill>
            <a:srgbClr val="2B4159">
              <a:alpha val="3738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9" name="Shape 1297"/>
          <p:cNvSpPr/>
          <p:nvPr/>
        </p:nvSpPr>
        <p:spPr>
          <a:xfrm>
            <a:off x="6908420" y="5207902"/>
            <a:ext cx="258681" cy="18712"/>
          </a:xfrm>
          <a:prstGeom prst="rect">
            <a:avLst/>
          </a:prstGeom>
          <a:solidFill>
            <a:srgbClr val="374D6B">
              <a:alpha val="5292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0" name="Shape 1298"/>
          <p:cNvSpPr/>
          <p:nvPr/>
        </p:nvSpPr>
        <p:spPr>
          <a:xfrm>
            <a:off x="7387352" y="4784539"/>
            <a:ext cx="164937" cy="14111"/>
          </a:xfrm>
          <a:prstGeom prst="rect">
            <a:avLst/>
          </a:prstGeom>
          <a:solidFill>
            <a:srgbClr val="243A4F">
              <a:alpha val="5059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1" name="Shape 1299"/>
          <p:cNvSpPr/>
          <p:nvPr/>
        </p:nvSpPr>
        <p:spPr>
          <a:xfrm>
            <a:off x="6383922" y="4738481"/>
            <a:ext cx="183035" cy="24774"/>
          </a:xfrm>
          <a:prstGeom prst="rect">
            <a:avLst/>
          </a:prstGeom>
          <a:solidFill>
            <a:srgbClr val="22384C">
              <a:alpha val="4013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2" name="Shape 1300"/>
          <p:cNvSpPr/>
          <p:nvPr/>
        </p:nvSpPr>
        <p:spPr>
          <a:xfrm>
            <a:off x="2603629" y="4795344"/>
            <a:ext cx="144774" cy="14533"/>
          </a:xfrm>
          <a:prstGeom prst="rect">
            <a:avLst/>
          </a:prstGeom>
          <a:solidFill>
            <a:srgbClr val="253B50">
              <a:alpha val="3244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3" name="Shape 1301"/>
          <p:cNvSpPr/>
          <p:nvPr/>
        </p:nvSpPr>
        <p:spPr>
          <a:xfrm>
            <a:off x="2916059" y="5023599"/>
            <a:ext cx="495856" cy="19484"/>
          </a:xfrm>
          <a:prstGeom prst="rect">
            <a:avLst/>
          </a:prstGeom>
          <a:solidFill>
            <a:srgbClr val="2F455F">
              <a:alpha val="5166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4" name="Shape 1302"/>
          <p:cNvSpPr/>
          <p:nvPr/>
        </p:nvSpPr>
        <p:spPr>
          <a:xfrm>
            <a:off x="5595522" y="4787858"/>
            <a:ext cx="194735" cy="10973"/>
          </a:xfrm>
          <a:prstGeom prst="rect">
            <a:avLst/>
          </a:prstGeom>
          <a:solidFill>
            <a:srgbClr val="DC8745">
              <a:alpha val="3598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5" name="Shape 1303"/>
          <p:cNvSpPr/>
          <p:nvPr/>
        </p:nvSpPr>
        <p:spPr>
          <a:xfrm>
            <a:off x="4533822" y="4681349"/>
            <a:ext cx="143374" cy="10973"/>
          </a:xfrm>
          <a:prstGeom prst="rect">
            <a:avLst/>
          </a:prstGeom>
          <a:solidFill>
            <a:srgbClr val="DF8E47">
              <a:alpha val="5344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6" name="Shape 1304"/>
          <p:cNvSpPr/>
          <p:nvPr/>
        </p:nvSpPr>
        <p:spPr>
          <a:xfrm>
            <a:off x="3291503" y="4913203"/>
            <a:ext cx="252352" cy="10973"/>
          </a:xfrm>
          <a:prstGeom prst="rect">
            <a:avLst/>
          </a:prstGeom>
          <a:solidFill>
            <a:srgbClr val="CC6337">
              <a:alpha val="4962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7" name="Shape 1305"/>
          <p:cNvSpPr/>
          <p:nvPr/>
        </p:nvSpPr>
        <p:spPr>
          <a:xfrm>
            <a:off x="3442083" y="4711289"/>
            <a:ext cx="262224" cy="10973"/>
          </a:xfrm>
          <a:prstGeom prst="rect">
            <a:avLst/>
          </a:prstGeom>
          <a:solidFill>
            <a:srgbClr val="E19449">
              <a:alpha val="4694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8" name="Shape 1306"/>
          <p:cNvSpPr/>
          <p:nvPr/>
        </p:nvSpPr>
        <p:spPr>
          <a:xfrm>
            <a:off x="4830981" y="4795333"/>
            <a:ext cx="208664" cy="10973"/>
          </a:xfrm>
          <a:prstGeom prst="rect">
            <a:avLst/>
          </a:prstGeom>
          <a:solidFill>
            <a:srgbClr val="D16F3C">
              <a:alpha val="5145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9" name="Shape 1307"/>
          <p:cNvSpPr/>
          <p:nvPr/>
        </p:nvSpPr>
        <p:spPr>
          <a:xfrm>
            <a:off x="5179149" y="4822680"/>
            <a:ext cx="74219" cy="10973"/>
          </a:xfrm>
          <a:prstGeom prst="rect">
            <a:avLst/>
          </a:prstGeom>
          <a:solidFill>
            <a:srgbClr val="E2964A">
              <a:alpha val="5031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0" name="Shape 1308"/>
          <p:cNvSpPr/>
          <p:nvPr/>
        </p:nvSpPr>
        <p:spPr>
          <a:xfrm>
            <a:off x="4294506" y="4741547"/>
            <a:ext cx="145460" cy="10973"/>
          </a:xfrm>
          <a:prstGeom prst="rect">
            <a:avLst/>
          </a:prstGeom>
          <a:solidFill>
            <a:srgbClr val="E3994B">
              <a:alpha val="4591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1" name="Shape 1309"/>
          <p:cNvSpPr/>
          <p:nvPr/>
        </p:nvSpPr>
        <p:spPr>
          <a:xfrm>
            <a:off x="6136211" y="4817767"/>
            <a:ext cx="258590" cy="10973"/>
          </a:xfrm>
          <a:prstGeom prst="rect">
            <a:avLst/>
          </a:prstGeom>
          <a:solidFill>
            <a:srgbClr val="DB8544">
              <a:alpha val="4716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2" name="Shape 1310"/>
          <p:cNvSpPr/>
          <p:nvPr/>
        </p:nvSpPr>
        <p:spPr>
          <a:xfrm>
            <a:off x="5057376" y="4680895"/>
            <a:ext cx="212278" cy="10973"/>
          </a:xfrm>
          <a:prstGeom prst="rect">
            <a:avLst/>
          </a:prstGeom>
          <a:solidFill>
            <a:srgbClr val="DD8B46">
              <a:alpha val="3287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3" name="Shape 1311"/>
          <p:cNvSpPr/>
          <p:nvPr/>
        </p:nvSpPr>
        <p:spPr>
          <a:xfrm>
            <a:off x="5748628" y="4716894"/>
            <a:ext cx="110265" cy="10973"/>
          </a:xfrm>
          <a:prstGeom prst="rect">
            <a:avLst/>
          </a:prstGeom>
          <a:solidFill>
            <a:srgbClr val="D67A40">
              <a:alpha val="4236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4" name="Shape 1312"/>
          <p:cNvSpPr/>
          <p:nvPr/>
        </p:nvSpPr>
        <p:spPr>
          <a:xfrm>
            <a:off x="5774348" y="4823325"/>
            <a:ext cx="270505" cy="10973"/>
          </a:xfrm>
          <a:prstGeom prst="rect">
            <a:avLst/>
          </a:prstGeom>
          <a:solidFill>
            <a:srgbClr val="E19449">
              <a:alpha val="4885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5" name="Shape 1313"/>
          <p:cNvSpPr/>
          <p:nvPr/>
        </p:nvSpPr>
        <p:spPr>
          <a:xfrm>
            <a:off x="5892192" y="4822479"/>
            <a:ext cx="152816" cy="10973"/>
          </a:xfrm>
          <a:prstGeom prst="rect">
            <a:avLst/>
          </a:prstGeom>
          <a:solidFill>
            <a:srgbClr val="D67B40">
              <a:alpha val="5004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6" name="Shape 1314"/>
          <p:cNvSpPr/>
          <p:nvPr/>
        </p:nvSpPr>
        <p:spPr>
          <a:xfrm>
            <a:off x="6110675" y="4866346"/>
            <a:ext cx="256028" cy="10973"/>
          </a:xfrm>
          <a:prstGeom prst="rect">
            <a:avLst/>
          </a:prstGeom>
          <a:solidFill>
            <a:srgbClr val="D5793F">
              <a:alpha val="4353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7" name="Shape 1315"/>
          <p:cNvSpPr/>
          <p:nvPr/>
        </p:nvSpPr>
        <p:spPr>
          <a:xfrm>
            <a:off x="3630028" y="4880832"/>
            <a:ext cx="109835" cy="10973"/>
          </a:xfrm>
          <a:prstGeom prst="rect">
            <a:avLst/>
          </a:prstGeom>
          <a:solidFill>
            <a:srgbClr val="CA5D35">
              <a:alpha val="5305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8" name="Shape 1316"/>
          <p:cNvSpPr/>
          <p:nvPr/>
        </p:nvSpPr>
        <p:spPr>
          <a:xfrm>
            <a:off x="5718763" y="4794783"/>
            <a:ext cx="118750" cy="10973"/>
          </a:xfrm>
          <a:prstGeom prst="rect">
            <a:avLst/>
          </a:prstGeom>
          <a:solidFill>
            <a:srgbClr val="CC6337">
              <a:alpha val="4918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9" name="Shape 1317"/>
          <p:cNvSpPr/>
          <p:nvPr/>
        </p:nvSpPr>
        <p:spPr>
          <a:xfrm>
            <a:off x="6345197" y="4733947"/>
            <a:ext cx="256404" cy="10973"/>
          </a:xfrm>
          <a:prstGeom prst="rect">
            <a:avLst/>
          </a:prstGeom>
          <a:solidFill>
            <a:srgbClr val="DF9048">
              <a:alpha val="3470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0" name="Shape 1318"/>
          <p:cNvSpPr/>
          <p:nvPr/>
        </p:nvSpPr>
        <p:spPr>
          <a:xfrm>
            <a:off x="5128919" y="4766632"/>
            <a:ext cx="278862" cy="10973"/>
          </a:xfrm>
          <a:prstGeom prst="rect">
            <a:avLst/>
          </a:prstGeom>
          <a:solidFill>
            <a:srgbClr val="E2964A">
              <a:alpha val="5038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1" name="Shape 1319"/>
          <p:cNvSpPr/>
          <p:nvPr/>
        </p:nvSpPr>
        <p:spPr>
          <a:xfrm>
            <a:off x="4030922" y="4815214"/>
            <a:ext cx="285995" cy="10973"/>
          </a:xfrm>
          <a:prstGeom prst="rect">
            <a:avLst/>
          </a:prstGeom>
          <a:solidFill>
            <a:srgbClr val="D06C3B">
              <a:alpha val="5152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2" name="Shape 1320"/>
          <p:cNvSpPr/>
          <p:nvPr/>
        </p:nvSpPr>
        <p:spPr>
          <a:xfrm>
            <a:off x="6335525" y="4678874"/>
            <a:ext cx="160820" cy="10973"/>
          </a:xfrm>
          <a:prstGeom prst="rect">
            <a:avLst/>
          </a:prstGeom>
          <a:solidFill>
            <a:srgbClr val="D5783F">
              <a:alpha val="4286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3" name="Shape 1321"/>
          <p:cNvSpPr/>
          <p:nvPr/>
        </p:nvSpPr>
        <p:spPr>
          <a:xfrm>
            <a:off x="6315034" y="4738605"/>
            <a:ext cx="175725" cy="10973"/>
          </a:xfrm>
          <a:prstGeom prst="rect">
            <a:avLst/>
          </a:prstGeom>
          <a:solidFill>
            <a:srgbClr val="CF6A3A">
              <a:alpha val="3819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4" name="Shape 1322"/>
          <p:cNvSpPr/>
          <p:nvPr/>
        </p:nvSpPr>
        <p:spPr>
          <a:xfrm>
            <a:off x="5100808" y="4841455"/>
            <a:ext cx="108689" cy="10973"/>
          </a:xfrm>
          <a:prstGeom prst="rect">
            <a:avLst/>
          </a:prstGeom>
          <a:solidFill>
            <a:srgbClr val="E49B4C">
              <a:alpha val="5040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5" name="Shape 1323"/>
          <p:cNvSpPr/>
          <p:nvPr/>
        </p:nvSpPr>
        <p:spPr>
          <a:xfrm>
            <a:off x="3343968" y="4647002"/>
            <a:ext cx="199258" cy="10973"/>
          </a:xfrm>
          <a:prstGeom prst="rect">
            <a:avLst/>
          </a:prstGeom>
          <a:solidFill>
            <a:srgbClr val="C95D35">
              <a:alpha val="3011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6" name="Shape 1324"/>
          <p:cNvSpPr/>
          <p:nvPr/>
        </p:nvSpPr>
        <p:spPr>
          <a:xfrm>
            <a:off x="5958716" y="4651090"/>
            <a:ext cx="265234" cy="10973"/>
          </a:xfrm>
          <a:prstGeom prst="rect">
            <a:avLst/>
          </a:prstGeom>
          <a:solidFill>
            <a:srgbClr val="C95C35">
              <a:alpha val="5049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7" name="Shape 1325"/>
          <p:cNvSpPr/>
          <p:nvPr/>
        </p:nvSpPr>
        <p:spPr>
          <a:xfrm>
            <a:off x="4071891" y="4653422"/>
            <a:ext cx="102400" cy="10973"/>
          </a:xfrm>
          <a:prstGeom prst="rect">
            <a:avLst/>
          </a:prstGeom>
          <a:solidFill>
            <a:srgbClr val="CC6337">
              <a:alpha val="456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8" name="Shape 1326"/>
          <p:cNvSpPr/>
          <p:nvPr/>
        </p:nvSpPr>
        <p:spPr>
          <a:xfrm>
            <a:off x="4064025" y="4655870"/>
            <a:ext cx="92980" cy="10973"/>
          </a:xfrm>
          <a:prstGeom prst="rect">
            <a:avLst/>
          </a:prstGeom>
          <a:solidFill>
            <a:srgbClr val="DB8644">
              <a:alpha val="3755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9" name="Shape 1327"/>
          <p:cNvSpPr/>
          <p:nvPr/>
        </p:nvSpPr>
        <p:spPr>
          <a:xfrm>
            <a:off x="3177924" y="2840238"/>
            <a:ext cx="2712018" cy="209528"/>
          </a:xfrm>
          <a:prstGeom prst="ellipse">
            <a:avLst/>
          </a:prstGeom>
          <a:solidFill>
            <a:srgbClr val="4A3B6B">
              <a:alpha val="1733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0" name="Shape 1328"/>
          <p:cNvSpPr/>
          <p:nvPr/>
        </p:nvSpPr>
        <p:spPr>
          <a:xfrm>
            <a:off x="3779864" y="2644691"/>
            <a:ext cx="940309" cy="150300"/>
          </a:xfrm>
          <a:prstGeom prst="ellipse">
            <a:avLst/>
          </a:prstGeom>
          <a:solidFill>
            <a:srgbClr val="4A3B6B">
              <a:alpha val="914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1" name="Shape 1329"/>
          <p:cNvSpPr/>
          <p:nvPr/>
        </p:nvSpPr>
        <p:spPr>
          <a:xfrm>
            <a:off x="-346019" y="2834658"/>
            <a:ext cx="1723656" cy="129642"/>
          </a:xfrm>
          <a:prstGeom prst="ellipse">
            <a:avLst/>
          </a:prstGeom>
          <a:solidFill>
            <a:srgbClr val="4A3B6B">
              <a:alpha val="977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2" name="Shape 1330"/>
          <p:cNvSpPr/>
          <p:nvPr/>
        </p:nvSpPr>
        <p:spPr>
          <a:xfrm>
            <a:off x="6596349" y="2573210"/>
            <a:ext cx="2728632" cy="215221"/>
          </a:xfrm>
          <a:prstGeom prst="ellipse">
            <a:avLst/>
          </a:prstGeom>
          <a:solidFill>
            <a:srgbClr val="4A3B6B">
              <a:alpha val="178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3" name="Shape 1331"/>
          <p:cNvSpPr/>
          <p:nvPr/>
        </p:nvSpPr>
        <p:spPr>
          <a:xfrm>
            <a:off x="4983156" y="2706929"/>
            <a:ext cx="1023200" cy="206687"/>
          </a:xfrm>
          <a:prstGeom prst="ellipse">
            <a:avLst/>
          </a:prstGeom>
          <a:solidFill>
            <a:srgbClr val="4A3B6B">
              <a:alpha val="765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4" name="Shape 1332"/>
          <p:cNvSpPr/>
          <p:nvPr/>
        </p:nvSpPr>
        <p:spPr>
          <a:xfrm>
            <a:off x="1057722" y="2656911"/>
            <a:ext cx="1462696" cy="206785"/>
          </a:xfrm>
          <a:prstGeom prst="ellipse">
            <a:avLst/>
          </a:prstGeom>
          <a:solidFill>
            <a:srgbClr val="4A3B6B">
              <a:alpha val="786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5" name="Shape 1333"/>
          <p:cNvSpPr/>
          <p:nvPr/>
        </p:nvSpPr>
        <p:spPr>
          <a:xfrm>
            <a:off x="6964065" y="2819404"/>
            <a:ext cx="2426497" cy="125837"/>
          </a:xfrm>
          <a:prstGeom prst="ellipse">
            <a:avLst/>
          </a:prstGeom>
          <a:solidFill>
            <a:srgbClr val="4A3B6B">
              <a:alpha val="1371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6" name="Shape 1334"/>
          <p:cNvSpPr/>
          <p:nvPr/>
        </p:nvSpPr>
        <p:spPr>
          <a:xfrm>
            <a:off x="5432201" y="2837910"/>
            <a:ext cx="1771259" cy="133461"/>
          </a:xfrm>
          <a:prstGeom prst="ellipse">
            <a:avLst/>
          </a:prstGeom>
          <a:solidFill>
            <a:srgbClr val="4A3B6B">
              <a:alpha val="1270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7" name="Shape 1335"/>
          <p:cNvSpPr/>
          <p:nvPr/>
        </p:nvSpPr>
        <p:spPr>
          <a:xfrm>
            <a:off x="-374558" y="2689224"/>
            <a:ext cx="1206832" cy="124685"/>
          </a:xfrm>
          <a:prstGeom prst="ellipse">
            <a:avLst/>
          </a:prstGeom>
          <a:solidFill>
            <a:srgbClr val="4A3B6B">
              <a:alpha val="1186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8" name="Shape 1336"/>
          <p:cNvSpPr/>
          <p:nvPr/>
        </p:nvSpPr>
        <p:spPr>
          <a:xfrm>
            <a:off x="5437343" y="2577028"/>
            <a:ext cx="1565806" cy="95054"/>
          </a:xfrm>
          <a:prstGeom prst="ellipse">
            <a:avLst/>
          </a:prstGeom>
          <a:solidFill>
            <a:srgbClr val="4A3B6B">
              <a:alpha val="1494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9" name="Shape 1337"/>
          <p:cNvSpPr/>
          <p:nvPr/>
        </p:nvSpPr>
        <p:spPr>
          <a:xfrm>
            <a:off x="-411056" y="2692351"/>
            <a:ext cx="1525101" cy="118092"/>
          </a:xfrm>
          <a:prstGeom prst="ellipse">
            <a:avLst/>
          </a:prstGeom>
          <a:solidFill>
            <a:srgbClr val="4A3B6B">
              <a:alpha val="1524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0" name="Shape 1338"/>
          <p:cNvSpPr/>
          <p:nvPr/>
        </p:nvSpPr>
        <p:spPr>
          <a:xfrm>
            <a:off x="4007081" y="2696834"/>
            <a:ext cx="1823088" cy="108409"/>
          </a:xfrm>
          <a:prstGeom prst="ellipse">
            <a:avLst/>
          </a:prstGeom>
          <a:solidFill>
            <a:srgbClr val="4A3B6B">
              <a:alpha val="608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1" name="Shape 1339"/>
          <p:cNvSpPr/>
          <p:nvPr/>
        </p:nvSpPr>
        <p:spPr>
          <a:xfrm>
            <a:off x="6107702" y="2740970"/>
            <a:ext cx="1215684" cy="161226"/>
          </a:xfrm>
          <a:prstGeom prst="ellipse">
            <a:avLst/>
          </a:prstGeom>
          <a:solidFill>
            <a:srgbClr val="4A3B6B">
              <a:alpha val="1977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2" name="Shape 1340"/>
          <p:cNvSpPr/>
          <p:nvPr/>
        </p:nvSpPr>
        <p:spPr>
          <a:xfrm>
            <a:off x="2972833" y="2703551"/>
            <a:ext cx="2173611" cy="207685"/>
          </a:xfrm>
          <a:prstGeom prst="ellipse">
            <a:avLst/>
          </a:prstGeom>
          <a:solidFill>
            <a:srgbClr val="4A3B6B">
              <a:alpha val="1568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3" name="Shape 1341"/>
          <p:cNvSpPr/>
          <p:nvPr/>
        </p:nvSpPr>
        <p:spPr>
          <a:xfrm>
            <a:off x="7573651" y="2604424"/>
            <a:ext cx="2021476" cy="148295"/>
          </a:xfrm>
          <a:prstGeom prst="ellipse">
            <a:avLst/>
          </a:prstGeom>
          <a:solidFill>
            <a:srgbClr val="4A3B6B">
              <a:alpha val="1270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4" name="Shape 134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5" name="Shape 1343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6" name="Shape 1344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48" name="Image 2" descr="/Users/dominickdefazio/Documents/dispatchConceirge/workspace/art-final/synaptic-logo.svg">
            <a:extLst>
              <a:ext uri="{FF2B5EF4-FFF2-40B4-BE49-F238E27FC236}">
                <a16:creationId xmlns:a16="http://schemas.microsoft.com/office/drawing/2014/main" id="{209E91CE-AB26-4418-0C62-238ED08BED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676" y="4569443"/>
            <a:ext cx="228600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3502</Words>
  <Application>Microsoft Macintosh PowerPoint</Application>
  <PresentationFormat>On-screen Show (16:9)</PresentationFormat>
  <Paragraphs>861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Synaptic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Infrastructure Overview</dc:title>
  <dc:subject>Delivery Infrastructure for CEO Approval</dc:subject>
  <dc:creator>Dom</dc:creator>
  <cp:lastModifiedBy>Dominick Defazio</cp:lastModifiedBy>
  <cp:revision>6</cp:revision>
  <dcterms:created xsi:type="dcterms:W3CDTF">2026-01-24T04:20:37Z</dcterms:created>
  <dcterms:modified xsi:type="dcterms:W3CDTF">2026-01-30T07:20:30Z</dcterms:modified>
</cp:coreProperties>
</file>