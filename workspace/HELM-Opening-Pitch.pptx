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27770"/>
            <a:ext cx="7772400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0"/>
              </a:lnSpc>
              <a:spcAft>
                <a:spcPts val="3000"/>
              </a:spcAft>
              <a:buNone/>
            </a:pPr>
            <a:r>
              <a:rPr lang="en-US" sz="5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Everyone's talking </a:t>
            </a:r>
            <a:pPr algn="ctr" indent="0" marL="0">
              <a:lnSpc>
                <a:spcPts val="6240"/>
              </a:lnSpc>
              <a:spcAft>
                <a:spcPts val="3000"/>
              </a:spcAft>
              <a:buNone/>
            </a:pPr>
            <a:r>
              <a:rPr lang="en-US" sz="5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pPr algn="ctr" indent="0" marL="0">
              <a:lnSpc>
                <a:spcPts val="6240"/>
              </a:lnSpc>
              <a:spcAft>
                <a:spcPts val="3000"/>
              </a:spcAft>
              <a:buNone/>
            </a:pPr>
            <a:r>
              <a:rPr lang="en-US" sz="5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85800" y="2693491"/>
            <a:ext cx="7772400" cy="134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spcAft>
                <a:spcPts val="3000"/>
              </a:spcAft>
              <a:buNone/>
            </a:pPr>
            <a:r>
              <a:rPr lang="en-US" sz="4400" b="1" dirty="0">
                <a:solidFill>
                  <a:srgbClr val="E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still explaining last quarter's NPS.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62645"/>
            <a:ext cx="7772400" cy="67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2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8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down 20%</a:t>
            </a:r>
            <a:pPr algn="ctr" indent="0" marL="0">
              <a:lnSpc>
                <a:spcPts val="532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pPr algn="ctr" indent="0" marL="0">
              <a:lnSpc>
                <a:spcPts val="532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up 30%</a:t>
            </a:r>
            <a:pPr algn="ctr" indent="0" marL="0">
              <a:lnSpc>
                <a:spcPts val="532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2028825"/>
            <a:ext cx="7772400" cy="67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2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800" dirty="0">
                <a:solidFill>
                  <a:srgbClr val="E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with AI. Six months.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212455"/>
            <a:ext cx="7772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4970"/>
            <a:ext cx="7772400" cy="277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80"/>
              </a:lnSpc>
              <a:buNone/>
            </a:pPr>
            <a:r>
              <a:rPr lang="en-US" sz="56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one system</a:t>
            </a:r>
            <a:endParaRPr lang="en-US" sz="5600" dirty="0"/>
          </a:p>
          <a:p>
            <a:pPr algn="ctr" indent="0" marL="0">
              <a:lnSpc>
                <a:spcPts val="7280"/>
              </a:lnSpc>
              <a:buNone/>
            </a:pPr>
            <a:r>
              <a:rPr lang="en-US" sz="56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handle</a:t>
            </a:r>
            <a:endParaRPr lang="en-US" sz="5600" dirty="0"/>
          </a:p>
          <a:p>
            <a:pPr algn="ctr" indent="0" marL="0">
              <a:lnSpc>
                <a:spcPts val="7280"/>
              </a:lnSpc>
              <a:buNone/>
            </a:pPr>
            <a:r>
              <a:rPr lang="en-US" sz="56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everything?</a:t>
            </a:r>
            <a:endParaRPr lang="en-US" sz="5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70084" y="1195685"/>
            <a:ext cx="223183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91964" y="1916311"/>
            <a:ext cx="2188071" cy="182835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E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dashboards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E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tools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E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answers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E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firefighting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E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decisions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44389" y="360759"/>
            <a:ext cx="362722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79950" y="1081385"/>
            <a:ext cx="3556099" cy="182835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center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insights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decisions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control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44389" y="3290739"/>
            <a:ext cx="362722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4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44389" y="4122539"/>
            <a:ext cx="362722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purpose-built AI agent for CS excellence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9846" y="1551087"/>
            <a:ext cx="44841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 CS Executive Making Decisions]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3182987"/>
            <a:ext cx="7772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3989338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purpose-built AI agent for CS excellence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5850" y="567630"/>
            <a:ext cx="3632150" cy="1727150"/>
          </a:xfrm>
          <a:prstGeom prst="roundRect">
            <a:avLst>
              <a:gd name="adj" fmla="val 8824"/>
            </a:avLst>
          </a:prstGeom>
          <a:solidFill>
            <a:srgbClr val="01A9DB">
              <a:alpha val="10000"/>
            </a:srgbClr>
          </a:solidFill>
          <a:ln w="38100">
            <a:solidFill>
              <a:srgbClr val="01A9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80036" y="764381"/>
            <a:ext cx="158377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329785" y="1135856"/>
            <a:ext cx="248413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929260" y="1507331"/>
            <a:ext cx="12853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Control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80758" y="1878806"/>
            <a:ext cx="178218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Confidence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612231"/>
            <a:ext cx="777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85800" y="3475732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0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Executive Agent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4024908"/>
            <a:ext cx="777240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E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purpose-built AI agent for CS excellence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673501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97532"/>
            <a:ext cx="3730752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56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7950" y="1507182"/>
            <a:ext cx="3730752" cy="66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3000"/>
              </a:spcAft>
              <a:buNone/>
            </a:pPr>
            <a:r>
              <a:rPr lang="en-US" sz="2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purpose-built AI agent</a:t>
            </a:r>
            <a:endParaRPr lang="en-US" sz="2000" dirty="0"/>
          </a:p>
          <a:p>
            <a:pPr algn="l" indent="0" marL="0">
              <a:lnSpc>
                <a:spcPts val="2600"/>
              </a:lnSpc>
              <a:spcAft>
                <a:spcPts val="3000"/>
              </a:spcAft>
              <a:buNone/>
            </a:pPr>
            <a:r>
              <a:rPr lang="en-US" sz="2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CS excellence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2675632"/>
            <a:ext cx="3730752" cy="365671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3168253"/>
            <a:ext cx="3730752" cy="365671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insights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3660874"/>
            <a:ext cx="3730752" cy="365671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command center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4153495"/>
            <a:ext cx="3730752" cy="365671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confidence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73501" y="0"/>
            <a:ext cx="4470499" cy="5143500"/>
          </a:xfrm>
          <a:prstGeom prst="rect">
            <a:avLst/>
          </a:prstGeom>
          <a:solidFill>
            <a:srgbClr val="E7E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39289" y="2023170"/>
            <a:ext cx="2138624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[HELM Interface</a:t>
            </a:r>
            <a:endParaRPr lang="en-US" sz="1800" dirty="0"/>
          </a:p>
          <a:p>
            <a:pPr algn="ctr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Dashboard/Analytics</a:t>
            </a:r>
            <a:endParaRPr lang="en-US" sz="1800" dirty="0"/>
          </a:p>
          <a:p>
            <a:pPr algn="ctr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Action]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HELM Opening Pitch</dc:title>
  <dc:subject>PptxGenJS Presentation</dc:subject>
  <dc:creator>Synaptic Era, Inc.</dc:creator>
  <cp:lastModifiedBy>Synaptic Era, Inc.</cp:lastModifiedBy>
  <cp:revision>1</cp:revision>
  <dcterms:created xsi:type="dcterms:W3CDTF">2026-02-01T17:31:59Z</dcterms:created>
  <dcterms:modified xsi:type="dcterms:W3CDTF">2026-02-01T17:31:59Z</dcterms:modified>
</cp:coreProperties>
</file>